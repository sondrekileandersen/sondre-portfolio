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4"/>
  </p:notesMasterIdLst>
  <p:sldIdLst>
    <p:sldId id="256" r:id="rId2"/>
    <p:sldId id="257" r:id="rId3"/>
    <p:sldId id="261" r:id="rId4"/>
    <p:sldId id="260" r:id="rId5"/>
    <p:sldId id="262" r:id="rId6"/>
    <p:sldId id="263" r:id="rId7"/>
    <p:sldId id="264" r:id="rId8"/>
    <p:sldId id="269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2" autoAdjust="0"/>
    <p:restoredTop sz="94660"/>
  </p:normalViewPr>
  <p:slideViewPr>
    <p:cSldViewPr snapToGrid="0">
      <p:cViewPr varScale="1">
        <p:scale>
          <a:sx n="70" d="100"/>
          <a:sy n="70" d="100"/>
        </p:scale>
        <p:origin x="5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FB7DAB-0F7F-4AA6-8438-B4A9F44663DF}" type="datetimeFigureOut">
              <a:rPr lang="nb-NO" smtClean="0"/>
              <a:t>12.12.2024</a:t>
            </a:fld>
            <a:endParaRPr lang="nb-N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343BEA-3E10-48C0-9F0C-78B6B624BBF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04592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343BEA-3E10-48C0-9F0C-78B6B624BBFD}" type="slidenum">
              <a:rPr lang="nb-NO" smtClean="0"/>
              <a:t>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63834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D6F5-A9D4-C22B-732C-A31A172FB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2093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AFD6E-3459-290F-1147-F0C47ACE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6774"/>
            <a:ext cx="9144000" cy="106689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74D3-6FB9-5549-B0F2-FD61E82D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B5883-038C-4696-8E27-1811E470D6D4}" type="datetime1">
              <a:rPr lang="en-US" smtClean="0"/>
              <a:t>12/12/2024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39BBC-C979-2C77-493E-CF5498AE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13B7E-A51C-D9CD-2189-650A9D63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021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55F0-A6D4-C39B-394F-0B16E9C9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1860F-B260-57CE-E12B-2C9486031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45C9F-D94D-E5D3-B73A-20621FA5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F6069-8263-4296-913A-BC2234E8D32B}" type="datetime1">
              <a:rPr lang="en-US" smtClean="0"/>
              <a:t>12/12/2024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AB243-BB42-966A-4708-15C9B11D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3A3BD-2CC5-03D3-4CD6-E31A55BA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269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8633-AC3B-E617-1C54-84932DDD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236" y="1514688"/>
            <a:ext cx="8584164" cy="3138875"/>
          </a:xfrm>
        </p:spPr>
        <p:txBody>
          <a:bodyPr anchor="b">
            <a:normAutofit/>
          </a:bodyPr>
          <a:lstStyle>
            <a:lvl1pPr>
              <a:defRPr sz="36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8C242-ECAB-AEC3-7E9B-F9854AF31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236" y="4963885"/>
            <a:ext cx="8584165" cy="1125765"/>
          </a:xfrm>
        </p:spPr>
        <p:txBody>
          <a:bodyPr>
            <a:normAutofit/>
          </a:bodyPr>
          <a:lstStyle>
            <a:lvl1pPr marL="0" indent="0">
              <a:buNone/>
              <a:defRPr sz="1600" cap="all" spc="30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D9B82-EEF4-2CD7-61FE-BAFB2B96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F5005-EC25-4FB9-B19B-2437F0B120D2}" type="datetime1">
              <a:rPr lang="en-US" smtClean="0"/>
              <a:t>12/12/2024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222B6-F7A8-70A5-B023-FCAD5D7C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5D758-2E38-8A8D-75BC-667F6A23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719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0DFF-11BD-F5F4-35D4-1986ABBD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1279-E9A9-702E-144D-61114B788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2159175"/>
            <a:ext cx="4977453" cy="401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4E624-7A76-56EC-FA0D-E2AA8EF9B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2159175"/>
            <a:ext cx="4985785" cy="401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D7DF5-30AD-AE47-D516-5CEE8277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83B5C-2325-42FF-AF91-C1451D9D66CC}" type="datetime1">
              <a:rPr lang="en-US" smtClean="0"/>
              <a:t>12/12/2024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5C503-B649-B083-6341-F6E376AF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3EA35-CF5A-DB36-8B14-5C184B6F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855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A3D8-FDD9-329B-BCC6-BBF47F01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48" y="602671"/>
            <a:ext cx="10429303" cy="7689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EF7DC-0699-CB3C-A7CB-39035D89A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349" y="1696325"/>
            <a:ext cx="4963538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2EB40-99E1-CCA4-BAFA-F51AA56CF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349" y="2344025"/>
            <a:ext cx="4963538" cy="3833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979BC-6B50-751D-D569-F360938B0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2669" y="1696325"/>
            <a:ext cx="4987982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3A26F-230E-2D25-6BDC-6ECA00FAE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2669" y="2344025"/>
            <a:ext cx="4987982" cy="3833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82A01-DE7C-3BA4-96FF-CDEF2F60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8DB08-3B01-46DD-99F2-F6F6334EA669}" type="datetime1">
              <a:rPr lang="en-US" smtClean="0"/>
              <a:t>12/12/2024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AA828-0166-8ECD-BCE8-654BEFDD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0C0D2-459A-04AA-FD90-7687D2FE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004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549F-FA71-857F-E02E-3CB63CE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69611-F911-D3D4-B613-ACCDA56C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2AC11-ACC3-4129-BBD7-C580BF1A4EE7}" type="datetime1">
              <a:rPr lang="en-US" smtClean="0"/>
              <a:t>12/12/2024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A1961-0B6B-8FEB-F2CB-C42E90EF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A80E-3139-9F1B-9C3E-2A76628C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565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54789-9F96-511A-0FB6-24F6A841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0F7F3-E406-44E2-93AF-674B3F1A2E51}" type="datetime1">
              <a:rPr lang="en-US" smtClean="0"/>
              <a:t>12/12/2024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80399-ADEF-8F74-9F59-6AD804C9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6A34F-ABAB-9C4E-38A1-C6EEB944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452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3917-2BF6-1CE2-F34B-49F0D09A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640713" cy="20625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5B8F-A9F3-8583-FFF1-175021F17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898" y="807867"/>
            <a:ext cx="5922489" cy="505318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90AFF-A949-CE9E-6B94-C1B619612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0713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5267E-088F-FB9A-9469-551890F2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1DD93-7C9D-4E53-81F0-DDE57FEA7EDB}" type="datetime1">
              <a:rPr lang="en-US" smtClean="0"/>
              <a:t>12/12/2024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A3FFC-B3A6-C0B6-5DAE-70BE0D6F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8D35F-BC2E-8D14-060F-449CBAF7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243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09ED-ED97-A3CE-5569-77B45F41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0881"/>
            <a:ext cx="3639312" cy="206259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3BB3A-9E24-DE4C-9619-1502F1B6F3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47408" y="919595"/>
            <a:ext cx="6107979" cy="501361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4CE1F-29E0-88BB-8489-E58236B8B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3889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B7212-6816-FFD1-50B2-58844AD3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7BC28-59DE-4F83-B4A1-497203279FAD}" type="datetime1">
              <a:rPr lang="en-US" smtClean="0"/>
              <a:t>12/12/2024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17744-5A24-B7B7-5FD6-E98E6083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DA4D1-A71D-A7A6-3D0C-294E5D28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429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90AE-F72C-4C2E-E2D0-7A8D7EEF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1B46D-142E-8C8E-C4F4-B6B1586A6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D92E3-36AD-2615-0166-6B73C34F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8A6D4-154B-4E4D-9001-7A6C328D243E}" type="datetime1">
              <a:rPr lang="en-US" smtClean="0"/>
              <a:t>12/12/2024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BFB69-319D-2284-2734-217160D3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83B0-C775-5BD2-8EC6-A41D19BC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595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40463-6D41-8D45-088A-540B0D188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92281"/>
            <a:ext cx="2628900" cy="558468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F2276-7F04-F3F7-E3CE-F81C8DC63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92281"/>
            <a:ext cx="7734300" cy="558468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802BF-9E0C-3251-8FAE-81F07DB0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80999-9BD6-4929-BDEC-B84E21C16701}" type="datetime1">
              <a:rPr lang="en-US" smtClean="0"/>
              <a:t>12/12/2024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F1754-5B8F-A9FA-E8B1-06E04CE2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1E6A8-5139-ECD4-CC0C-32FFC674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362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858A62-FE72-978B-BE71-05908D82E1A4}"/>
              </a:ext>
            </a:extLst>
          </p:cNvPr>
          <p:cNvSpPr/>
          <p:nvPr/>
        </p:nvSpPr>
        <p:spPr>
          <a:xfrm>
            <a:off x="0" y="0"/>
            <a:ext cx="12192000" cy="6860161"/>
          </a:xfrm>
          <a:prstGeom prst="rect">
            <a:avLst/>
          </a:prstGeom>
          <a:solidFill>
            <a:schemeClr val="bg2">
              <a:lumMod val="75000"/>
              <a:alpha val="1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A14B7-4740-5D9F-6489-BAD00C3E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0487F-803F-C5AF-BD93-39C0FC738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7824" y="2157984"/>
            <a:ext cx="10442448" cy="3903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6FCEF-4EDF-C2EF-7D81-FEFF7042F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fld id="{0BDC4764-F656-4735-9820-9886F8DF1D6A}" type="datetime1">
              <a:rPr lang="en-US" smtClean="0"/>
              <a:t>12/12/2024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3BC-4D46-C74D-DDF2-9D25B4D96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B4EAE-CB5C-D14B-77EF-7B155FA68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fld id="{C68AC1EC-23E2-4F0E-A5A4-674EC8DB95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056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youtube.com/watch?v=D5aB3syoUTY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www.youtube.com/watch?v=wF_fu1wcT0Y" TargetMode="Externa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www.youtube.com/watch?v=A218Xy42_Ps" TargetMode="Externa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hyperlink" Target="https://www.youtube.com/watch?v=gJ2HOj22gD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C01823-055B-68EB-9884-94E2D172DD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nb-NO" sz="20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 descr="A city with a sunset&#10;&#10;Description automatically generated with medium confidence">
            <a:extLst>
              <a:ext uri="{FF2B5EF4-FFF2-40B4-BE49-F238E27FC236}">
                <a16:creationId xmlns:a16="http://schemas.microsoft.com/office/drawing/2014/main" id="{312F9E47-A81C-3D12-AA5D-FD4C94746D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61C40B-F78C-F6EC-9EB1-72AC692C08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802" y="625683"/>
            <a:ext cx="4023360" cy="860669"/>
          </a:xfrm>
        </p:spPr>
        <p:txBody>
          <a:bodyPr anchor="b">
            <a:normAutofit/>
          </a:bodyPr>
          <a:lstStyle/>
          <a:p>
            <a:pPr algn="l"/>
            <a:r>
              <a:rPr lang="nb-NO" sz="4800" dirty="0">
                <a:solidFill>
                  <a:schemeClr val="bg1"/>
                </a:solidFill>
              </a:rPr>
              <a:t>Plan for dagen</a:t>
            </a:r>
          </a:p>
        </p:txBody>
      </p:sp>
    </p:spTree>
    <p:extLst>
      <p:ext uri="{BB962C8B-B14F-4D97-AF65-F5344CB8AC3E}">
        <p14:creationId xmlns:p14="http://schemas.microsoft.com/office/powerpoint/2010/main" val="255349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AFB59-5CEE-78D5-DA06-1D9CAADAB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Printe for coverdesign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9DBB2-5B2B-D849-26C7-BAFAE47B1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824" y="2157984"/>
            <a:ext cx="4376564" cy="3903819"/>
          </a:xfrm>
        </p:spPr>
        <p:txBody>
          <a:bodyPr/>
          <a:lstStyle/>
          <a:p>
            <a:pPr marL="0" indent="0">
              <a:buNone/>
            </a:pPr>
            <a:r>
              <a:rPr lang="nb-NO" dirty="0"/>
              <a:t>Alle filene dere trenger ligger på </a:t>
            </a:r>
            <a:r>
              <a:rPr lang="nb-NO" dirty="0" err="1"/>
              <a:t>Its</a:t>
            </a:r>
            <a:r>
              <a:rPr lang="nb-NO" dirty="0"/>
              <a:t>-Learning i mappen «Oppdrag - Cover Design»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CMYK er fargesystemet vi bruker når vi lager ting for trykk/</a:t>
            </a:r>
            <a:r>
              <a:rPr lang="nb-NO" dirty="0" err="1"/>
              <a:t>print</a:t>
            </a:r>
            <a:endParaRPr lang="nb-NO" dirty="0"/>
          </a:p>
          <a:p>
            <a:pPr marL="0" indent="0">
              <a:buNone/>
            </a:pPr>
            <a:endParaRPr lang="nb-NO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D5A31-2F82-7EF8-6FA9-3C2E9F923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F6069-8263-4296-913A-BC2234E8D32B}" type="datetime1">
              <a:rPr lang="en-US" smtClean="0"/>
              <a:t>12/12/2024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A2748-013B-D1FB-888D-7468069DD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44F2F-365E-BE07-AC26-9C8F3EE25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23EB84C6-15C4-A5CB-D508-8743843D20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8398364"/>
              </p:ext>
            </p:extLst>
          </p:nvPr>
        </p:nvGraphicFramePr>
        <p:xfrm>
          <a:off x="7357730" y="-1"/>
          <a:ext cx="4834270" cy="6840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3" imgW="5667198" imgH="8020037" progId="Acrobat.Document.DC">
                  <p:embed/>
                </p:oleObj>
              </mc:Choice>
              <mc:Fallback>
                <p:oleObj name="Acrobat Document" r:id="rId3" imgW="5667198" imgH="8020037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357730" y="-1"/>
                        <a:ext cx="4834270" cy="68405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07564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A building with graffiti on the side of a road&#10;&#10;Description automatically generated">
            <a:extLst>
              <a:ext uri="{FF2B5EF4-FFF2-40B4-BE49-F238E27FC236}">
                <a16:creationId xmlns:a16="http://schemas.microsoft.com/office/drawing/2014/main" id="{F6B728FB-94D8-4313-9925-25E70BBBBD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22" r="-130" b="-169"/>
          <a:stretch/>
        </p:blipFill>
        <p:spPr>
          <a:xfrm>
            <a:off x="0" y="0"/>
            <a:ext cx="9510723" cy="6869568"/>
          </a:xfrm>
          <a:prstGeom prst="rect">
            <a:avLst/>
          </a:prstGeom>
        </p:spPr>
      </p:pic>
      <p:sp>
        <p:nvSpPr>
          <p:cNvPr id="3" name="TextBox 1">
            <a:extLst>
              <a:ext uri="{FF2B5EF4-FFF2-40B4-BE49-F238E27FC236}">
                <a16:creationId xmlns:a16="http://schemas.microsoft.com/office/drawing/2014/main" id="{0FD31DCD-C950-4E72-97CF-183C4B4091A1}"/>
              </a:ext>
            </a:extLst>
          </p:cNvPr>
          <p:cNvSpPr txBox="1"/>
          <p:nvPr/>
        </p:nvSpPr>
        <p:spPr>
          <a:xfrm>
            <a:off x="191393" y="103238"/>
            <a:ext cx="9365562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 b="1">
                <a:solidFill>
                  <a:schemeClr val="bg1"/>
                </a:solidFill>
              </a:rPr>
              <a:t>CMYK – Print / Pigment</a:t>
            </a:r>
            <a:endParaRPr lang="en-US" sz="4000" b="1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" name="Picture 3" descr="Doodle Black Oversized Back Graphic Printed Tshirt">
            <a:extLst>
              <a:ext uri="{FF2B5EF4-FFF2-40B4-BE49-F238E27FC236}">
                <a16:creationId xmlns:a16="http://schemas.microsoft.com/office/drawing/2014/main" id="{F570FD42-0024-A941-9B90-C37A7ED48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617" y="2148"/>
            <a:ext cx="5382589" cy="685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772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967C38-5F38-7953-F1BE-BC65D903E4A8}"/>
              </a:ext>
            </a:extLst>
          </p:cNvPr>
          <p:cNvSpPr/>
          <p:nvPr/>
        </p:nvSpPr>
        <p:spPr>
          <a:xfrm>
            <a:off x="6108507" y="0"/>
            <a:ext cx="608349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3F41D7-4291-AD17-EB77-F356C8EB71F8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Calibri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88F5CA0C-8CBE-4B08-A26A-77971131E5DE}"/>
              </a:ext>
            </a:extLst>
          </p:cNvPr>
          <p:cNvSpPr txBox="1"/>
          <p:nvPr/>
        </p:nvSpPr>
        <p:spPr>
          <a:xfrm>
            <a:off x="6958170" y="3876703"/>
            <a:ext cx="5231712" cy="261610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000" b="1" dirty="0"/>
              <a:t>CMYK </a:t>
            </a:r>
            <a:br>
              <a:rPr lang="en-US" sz="4000" b="1" dirty="0"/>
            </a:br>
            <a:r>
              <a:rPr lang="en-US" sz="2800" dirty="0"/>
              <a:t>Cyan, magenta, yellow, black </a:t>
            </a:r>
            <a:endParaRPr lang="en-US" dirty="0">
              <a:ea typeface="Calibri"/>
              <a:cs typeface="Calibri" panose="020F0502020204030204"/>
            </a:endParaRPr>
          </a:p>
          <a:p>
            <a:pPr algn="ctr"/>
            <a:r>
              <a:rPr lang="en-US" sz="4000" b="1" dirty="0">
                <a:latin typeface="Calibri"/>
                <a:cs typeface="Calibri"/>
              </a:rPr>
              <a:t>PRINT/PIGMENT</a:t>
            </a:r>
            <a:endParaRPr lang="en-US" sz="4000" b="1" dirty="0">
              <a:latin typeface="Calibri"/>
              <a:ea typeface="Calibri"/>
              <a:cs typeface="Calibri"/>
            </a:endParaRPr>
          </a:p>
          <a:p>
            <a:pPr algn="ctr"/>
            <a:r>
              <a:rPr lang="en-US" sz="2800" dirty="0">
                <a:latin typeface="Calibri"/>
                <a:cs typeface="Calibri"/>
              </a:rPr>
              <a:t>16000 </a:t>
            </a:r>
            <a:r>
              <a:rPr lang="en-US" sz="2800" dirty="0" err="1">
                <a:latin typeface="Calibri"/>
                <a:cs typeface="Calibri"/>
              </a:rPr>
              <a:t>farger</a:t>
            </a:r>
            <a:endParaRPr lang="en-US" sz="2800" dirty="0">
              <a:latin typeface="Calibri"/>
              <a:ea typeface="Calibri"/>
              <a:cs typeface="Calibri"/>
            </a:endParaRPr>
          </a:p>
          <a:p>
            <a:pPr algn="ctr"/>
            <a:r>
              <a:rPr lang="en-US" sz="2800" dirty="0">
                <a:latin typeface="Calibri"/>
                <a:cs typeface="Calibri"/>
              </a:rPr>
              <a:t>(</a:t>
            </a:r>
            <a:r>
              <a:rPr lang="en-US" sz="2800" dirty="0" err="1">
                <a:latin typeface="Calibri"/>
                <a:cs typeface="Calibri"/>
              </a:rPr>
              <a:t>Blandes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cs typeface="Calibri"/>
              </a:rPr>
              <a:t>på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cs typeface="Calibri"/>
              </a:rPr>
              <a:t>hvitt</a:t>
            </a:r>
            <a:r>
              <a:rPr lang="en-US" sz="2800" dirty="0">
                <a:latin typeface="Calibri"/>
                <a:cs typeface="Calibri"/>
              </a:rPr>
              <a:t>)</a:t>
            </a:r>
            <a:endParaRPr lang="en-US" sz="3600" dirty="0"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1">
            <a:extLst>
              <a:ext uri="{FF2B5EF4-FFF2-40B4-BE49-F238E27FC236}">
                <a16:creationId xmlns:a16="http://schemas.microsoft.com/office/drawing/2014/main" id="{F0ED379C-CDCF-1814-3266-81A299C1434D}"/>
              </a:ext>
            </a:extLst>
          </p:cNvPr>
          <p:cNvSpPr txBox="1"/>
          <p:nvPr/>
        </p:nvSpPr>
        <p:spPr>
          <a:xfrm>
            <a:off x="-4606" y="3876703"/>
            <a:ext cx="5203135" cy="261610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RGB &amp; Hex</a:t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Red, green, blue</a:t>
            </a:r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  <a:p>
            <a:pPr algn="ctr"/>
            <a:r>
              <a:rPr lang="en-US" sz="4000" b="1" dirty="0">
                <a:solidFill>
                  <a:schemeClr val="bg1"/>
                </a:solidFill>
                <a:latin typeface="Calibri"/>
                <a:cs typeface="Calibri"/>
              </a:rPr>
              <a:t>LYS</a:t>
            </a:r>
            <a:endParaRPr lang="en-US" sz="40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 sz="2800" dirty="0">
                <a:solidFill>
                  <a:schemeClr val="bg1"/>
                </a:solidFill>
                <a:ea typeface="Calibri"/>
                <a:cs typeface="Calibri"/>
              </a:rPr>
              <a:t>16.8M </a:t>
            </a:r>
            <a:r>
              <a:rPr lang="en-US" sz="2800" dirty="0" err="1">
                <a:solidFill>
                  <a:schemeClr val="bg1"/>
                </a:solidFill>
                <a:ea typeface="Calibri"/>
                <a:cs typeface="Calibri"/>
              </a:rPr>
              <a:t>farger</a:t>
            </a:r>
            <a:endParaRPr lang="en-US" sz="2800" dirty="0">
              <a:solidFill>
                <a:schemeClr val="bg1"/>
              </a:solidFill>
              <a:ea typeface="Calibri"/>
              <a:cs typeface="Calibri"/>
            </a:endParaRPr>
          </a:p>
          <a:p>
            <a:pPr algn="ctr"/>
            <a:r>
              <a:rPr lang="en-US" sz="2800" dirty="0">
                <a:solidFill>
                  <a:schemeClr val="bg1"/>
                </a:solidFill>
                <a:cs typeface="Calibri"/>
              </a:rPr>
              <a:t>(</a:t>
            </a:r>
            <a:r>
              <a:rPr lang="en-US" sz="2800" dirty="0" err="1">
                <a:solidFill>
                  <a:schemeClr val="bg1"/>
                </a:solidFill>
                <a:cs typeface="Calibri"/>
              </a:rPr>
              <a:t>Blandes</a:t>
            </a:r>
            <a:r>
              <a:rPr lang="en-US" sz="2800" dirty="0">
                <a:solidFill>
                  <a:schemeClr val="bg1"/>
                </a:solidFill>
                <a:cs typeface="Calibri"/>
              </a:rPr>
              <a:t> </a:t>
            </a:r>
            <a:r>
              <a:rPr lang="en-US" sz="2800" dirty="0" err="1">
                <a:solidFill>
                  <a:schemeClr val="bg1"/>
                </a:solidFill>
                <a:cs typeface="Calibri"/>
              </a:rPr>
              <a:t>på</a:t>
            </a:r>
            <a:r>
              <a:rPr lang="en-US" sz="2800" dirty="0">
                <a:solidFill>
                  <a:schemeClr val="bg1"/>
                </a:solidFill>
                <a:cs typeface="Calibri"/>
              </a:rPr>
              <a:t> </a:t>
            </a:r>
            <a:r>
              <a:rPr lang="en-US" sz="2800" dirty="0" err="1">
                <a:solidFill>
                  <a:schemeClr val="bg1"/>
                </a:solidFill>
                <a:cs typeface="Calibri"/>
              </a:rPr>
              <a:t>svart</a:t>
            </a:r>
            <a:r>
              <a:rPr lang="en-US" sz="2800" dirty="0">
                <a:solidFill>
                  <a:schemeClr val="bg1"/>
                </a:solidFill>
                <a:cs typeface="Calibri"/>
              </a:rPr>
              <a:t>)</a:t>
            </a:r>
            <a:endParaRPr lang="en-US" sz="28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4" name="Picture 3" descr="A group of circles with different colors&#10;&#10;Description automatically generated">
            <a:extLst>
              <a:ext uri="{FF2B5EF4-FFF2-40B4-BE49-F238E27FC236}">
                <a16:creationId xmlns:a16="http://schemas.microsoft.com/office/drawing/2014/main" id="{E5F183B5-A301-28F4-32FA-73FFAF5FCB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370" r="-510" b="-2583"/>
          <a:stretch/>
        </p:blipFill>
        <p:spPr>
          <a:xfrm>
            <a:off x="7502382" y="257731"/>
            <a:ext cx="3885239" cy="3405597"/>
          </a:xfrm>
          <a:prstGeom prst="rect">
            <a:avLst/>
          </a:prstGeom>
        </p:spPr>
      </p:pic>
      <p:pic>
        <p:nvPicPr>
          <p:cNvPr id="5" name="Picture 4" descr="A group of circles with different colors&#10;&#10;Description automatically generated">
            <a:extLst>
              <a:ext uri="{FF2B5EF4-FFF2-40B4-BE49-F238E27FC236}">
                <a16:creationId xmlns:a16="http://schemas.microsoft.com/office/drawing/2014/main" id="{97147425-064B-DC97-7A79-03FA86CFA1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8" t="-46" r="49304" b="-365"/>
          <a:stretch/>
        </p:blipFill>
        <p:spPr>
          <a:xfrm>
            <a:off x="909978" y="408939"/>
            <a:ext cx="3888132" cy="3339291"/>
          </a:xfrm>
          <a:prstGeom prst="rect">
            <a:avLst/>
          </a:prstGeom>
        </p:spPr>
      </p:pic>
      <p:pic>
        <p:nvPicPr>
          <p:cNvPr id="6" name="Picture 5" descr="A computer screen with colored lights&#10;&#10;Description automatically generated">
            <a:extLst>
              <a:ext uri="{FF2B5EF4-FFF2-40B4-BE49-F238E27FC236}">
                <a16:creationId xmlns:a16="http://schemas.microsoft.com/office/drawing/2014/main" id="{1A32A05B-0408-70E4-BC6B-378AE9C22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820" y="5520418"/>
            <a:ext cx="1238250" cy="962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9B0FDC-F9DB-D722-75DA-7691CD8FA8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00132" y="5465309"/>
            <a:ext cx="1114425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92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22E45-B1EF-0099-F6CF-0FDF242D6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Lagre en kopi av prosjektet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3CC8C2-FF59-4968-1EDF-D997699F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2AC11-ACC3-4129-BBD7-C580BF1A4EE7}" type="datetime1">
              <a:rPr lang="en-US" smtClean="0"/>
              <a:t>12/12/2024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4B878B-E790-B8F0-4D4D-49CBEF93E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ED2DEF-147B-F4C9-915B-00EDA84BD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D63350-7807-CD1D-0D12-B280F196AE4C}"/>
              </a:ext>
            </a:extLst>
          </p:cNvPr>
          <p:cNvSpPr txBox="1"/>
          <p:nvPr/>
        </p:nvSpPr>
        <p:spPr>
          <a:xfrm>
            <a:off x="907204" y="2169994"/>
            <a:ext cx="62251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Hvis man har jobbet i RGB i Photoshop må den konverteres til CMYK for å være sikker på at fargene ser riktig ut.</a:t>
            </a:r>
          </a:p>
          <a:p>
            <a:endParaRPr lang="nb-NO" dirty="0"/>
          </a:p>
          <a:p>
            <a:r>
              <a:rPr lang="nb-NO" dirty="0"/>
              <a:t>I prosjektet ditt, lagre en kopi av hele prosjektet. Gå til File -&gt; Save As -&gt;og kall denne «(ditt prosjektnavn) CMYK»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A9DB8F-6E53-919A-805C-56989F32A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1133" y="2020204"/>
            <a:ext cx="3667285" cy="3866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303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650E1C-1004-754B-5431-30A6194D2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2AC11-ACC3-4129-BBD7-C580BF1A4EE7}" type="datetime1">
              <a:rPr lang="en-US" smtClean="0"/>
              <a:t>12/12/2024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A4BF19-909D-7F79-0436-80ADE26CC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320CA2-5FFD-84E8-BD30-066F133B9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D4BC5E-2251-77F1-8561-7071E33FD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178" y="655307"/>
            <a:ext cx="4077269" cy="30293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74B2F0-2B04-17AE-3C88-0DF5145885BF}"/>
              </a:ext>
            </a:extLst>
          </p:cNvPr>
          <p:cNvSpPr txBox="1"/>
          <p:nvPr/>
        </p:nvSpPr>
        <p:spPr>
          <a:xfrm>
            <a:off x="1023582" y="2013878"/>
            <a:ext cx="549359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Gå til Image -&gt; Mode -&gt; CMYK </a:t>
            </a:r>
            <a:r>
              <a:rPr lang="nb-NO" dirty="0" err="1"/>
              <a:t>Color</a:t>
            </a:r>
            <a:endParaRPr lang="nb-NO" dirty="0"/>
          </a:p>
          <a:p>
            <a:endParaRPr lang="nb-NO" dirty="0"/>
          </a:p>
          <a:p>
            <a:r>
              <a:rPr lang="nb-NO" dirty="0"/>
              <a:t>Dette gjør at alle lagene dine slås sammen – derfor lagde vi en kopi som kun var til CMYK eksportering</a:t>
            </a:r>
          </a:p>
          <a:p>
            <a:endParaRPr lang="nb-NO" dirty="0"/>
          </a:p>
          <a:p>
            <a:endParaRPr lang="nb-NO" dirty="0"/>
          </a:p>
          <a:p>
            <a:endParaRPr lang="nb-NO" dirty="0"/>
          </a:p>
          <a:p>
            <a:endParaRPr lang="nb-NO" dirty="0"/>
          </a:p>
          <a:p>
            <a:endParaRPr lang="nb-NO" dirty="0"/>
          </a:p>
          <a:p>
            <a:endParaRPr lang="nb-NO" dirty="0"/>
          </a:p>
          <a:p>
            <a:endParaRPr lang="nb-NO" dirty="0"/>
          </a:p>
          <a:p>
            <a:endParaRPr lang="nb-NO" dirty="0"/>
          </a:p>
          <a:p>
            <a:r>
              <a:rPr lang="nb-NO" dirty="0"/>
              <a:t>Trykk på </a:t>
            </a:r>
            <a:r>
              <a:rPr lang="nb-NO" dirty="0" err="1"/>
              <a:t>Merge</a:t>
            </a:r>
            <a:br>
              <a:rPr lang="nb-NO" dirty="0"/>
            </a:br>
            <a:r>
              <a:rPr lang="nb-NO" dirty="0"/>
              <a:t>Og på neste vindu OK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8368CB-45FE-69A5-C577-C344EBD09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3731" y="4459419"/>
            <a:ext cx="4773879" cy="15825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3A1FAB-49E8-DAFE-CC58-92B69DFA5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82" y="561873"/>
            <a:ext cx="10449784" cy="1265928"/>
          </a:xfrm>
        </p:spPr>
        <p:txBody>
          <a:bodyPr/>
          <a:lstStyle/>
          <a:p>
            <a:r>
              <a:rPr lang="nb-NO" dirty="0"/>
              <a:t>Konvertere til CMYK i </a:t>
            </a:r>
            <a:br>
              <a:rPr lang="nb-NO" dirty="0"/>
            </a:br>
            <a:r>
              <a:rPr lang="nb-NO" dirty="0"/>
              <a:t>Photoshop</a:t>
            </a:r>
          </a:p>
        </p:txBody>
      </p:sp>
    </p:spTree>
    <p:extLst>
      <p:ext uri="{BB962C8B-B14F-4D97-AF65-F5344CB8AC3E}">
        <p14:creationId xmlns:p14="http://schemas.microsoft.com/office/powerpoint/2010/main" val="621273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E77AE-200B-DEDB-66C4-2A0418BDB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C5AFFC-1622-DC03-CEEE-7A293F6B8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2AC11-ACC3-4129-BBD7-C580BF1A4EE7}" type="datetime1">
              <a:rPr lang="en-US" smtClean="0"/>
              <a:t>12/12/2024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92FC9C-853B-EBC8-4B72-290100039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325AE1-47F0-FE48-BAE3-E0725C0D2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7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2D2976-50D6-84F5-A446-7A6B6859CB4F}"/>
              </a:ext>
            </a:extLst>
          </p:cNvPr>
          <p:cNvSpPr txBox="1"/>
          <p:nvPr/>
        </p:nvSpPr>
        <p:spPr>
          <a:xfrm>
            <a:off x="706933" y="1174648"/>
            <a:ext cx="549359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Du kan nå oppleve at fargene ikke ser like ut – dette er fordi det er færre farger i CMYK enn i RGB</a:t>
            </a:r>
            <a:br>
              <a:rPr lang="nb-NO" dirty="0"/>
            </a:br>
            <a:br>
              <a:rPr lang="nb-NO" dirty="0"/>
            </a:br>
            <a:r>
              <a:rPr lang="nb-NO" dirty="0"/>
              <a:t>Derfor er det viktig å gjøre dette steget FØR du legger inn Cover detaljer som strekkode, tekst, bilder og liknende</a:t>
            </a:r>
            <a:br>
              <a:rPr lang="nb-NO" dirty="0"/>
            </a:br>
            <a:br>
              <a:rPr lang="nb-NO" dirty="0"/>
            </a:br>
            <a:r>
              <a:rPr lang="nb-NO" dirty="0"/>
              <a:t>Gjør noen endringer etter behov</a:t>
            </a:r>
            <a:br>
              <a:rPr lang="nb-NO" dirty="0"/>
            </a:br>
            <a:br>
              <a:rPr lang="nb-NO" dirty="0"/>
            </a:br>
            <a:r>
              <a:rPr lang="nb-NO" dirty="0"/>
              <a:t>Før du eksporterer, sjekk i Image -&gt; Image Size at størrelsen på dokumentet er lik til templaten. Husk at det er </a:t>
            </a:r>
            <a:r>
              <a:rPr lang="nb-NO" u="sng" dirty="0"/>
              <a:t>mm</a:t>
            </a:r>
            <a:r>
              <a:rPr lang="nb-NO" dirty="0"/>
              <a:t> ikke </a:t>
            </a:r>
            <a:r>
              <a:rPr lang="nb-NO" dirty="0" err="1"/>
              <a:t>px</a:t>
            </a:r>
            <a:endParaRPr lang="nb-NO" dirty="0"/>
          </a:p>
          <a:p>
            <a:endParaRPr lang="nb-NO" dirty="0"/>
          </a:p>
          <a:p>
            <a:r>
              <a:rPr lang="nb-NO" b="1" dirty="0"/>
              <a:t>Bredde</a:t>
            </a:r>
            <a:r>
              <a:rPr lang="nb-NO" dirty="0"/>
              <a:t> = 130 + 13 + 130 = 273 mm</a:t>
            </a:r>
          </a:p>
          <a:p>
            <a:r>
              <a:rPr lang="nb-NO" b="1" dirty="0"/>
              <a:t>Høyde</a:t>
            </a:r>
            <a:r>
              <a:rPr lang="nb-NO" dirty="0"/>
              <a:t> = 184 mm</a:t>
            </a:r>
          </a:p>
          <a:p>
            <a:pPr marL="285750" indent="-285750">
              <a:buFontTx/>
              <a:buChar char="-"/>
            </a:pPr>
            <a:endParaRPr lang="nb-NO" dirty="0"/>
          </a:p>
          <a:p>
            <a:r>
              <a:rPr lang="nb-NO" dirty="0"/>
              <a:t>Eksporter bildet som PNG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E38C27-AC31-5FA0-330A-B9F4DACB8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129" y="788270"/>
            <a:ext cx="3635784" cy="24537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9406DA9-80E3-F068-9FE9-6E3E61B3D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8129" y="3530694"/>
            <a:ext cx="3682371" cy="2825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409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30310-F52A-B3DE-A620-BA1E93EA1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65058"/>
            <a:ext cx="10449784" cy="1265928"/>
          </a:xfrm>
        </p:spPr>
        <p:txBody>
          <a:bodyPr/>
          <a:lstStyle/>
          <a:p>
            <a:r>
              <a:rPr lang="nb-NO" dirty="0"/>
              <a:t>Konvertering til </a:t>
            </a:r>
            <a:r>
              <a:rPr lang="nb-NO" dirty="0" err="1"/>
              <a:t>Print</a:t>
            </a:r>
            <a:endParaRPr lang="nb-NO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19ED58-2B4E-F079-0CD5-C161B6F6A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2AC11-ACC3-4129-BBD7-C580BF1A4EE7}" type="datetime1">
              <a:rPr lang="en-US" smtClean="0"/>
              <a:t>12/12/2024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DA8916-3FEE-20F4-01A2-497512B807C3}"/>
              </a:ext>
            </a:extLst>
          </p:cNvPr>
          <p:cNvSpPr txBox="1"/>
          <p:nvPr/>
        </p:nvSpPr>
        <p:spPr>
          <a:xfrm>
            <a:off x="907204" y="1835668"/>
            <a:ext cx="344643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Vanligvis bruker man Adobe InDesign for å samle elementer klart for trykk - slik som tekst, bilder, logoer, strekkoder. InDesign tar også seg av riktig konvertering til </a:t>
            </a:r>
            <a:r>
              <a:rPr lang="nb-NO" dirty="0" err="1"/>
              <a:t>print</a:t>
            </a:r>
            <a:r>
              <a:rPr lang="nb-NO" dirty="0"/>
              <a:t>. Hvis du vil utfordre deg og lære denne arbeidsmetoden kan du se disse videoene</a:t>
            </a:r>
          </a:p>
          <a:p>
            <a:endParaRPr lang="nb-NO" dirty="0"/>
          </a:p>
          <a:p>
            <a:r>
              <a:rPr lang="nb-NO" dirty="0"/>
              <a:t>Nå skal vi bruke en raskere måte å konvertere til </a:t>
            </a:r>
            <a:r>
              <a:rPr lang="nb-NO" dirty="0" err="1"/>
              <a:t>print</a:t>
            </a:r>
            <a:r>
              <a:rPr lang="nb-NO" dirty="0"/>
              <a:t> til A4 ark, som fungerer bra til prototyping og testing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24ACF3-938B-478B-B1E7-A5A518083A1C}"/>
              </a:ext>
            </a:extLst>
          </p:cNvPr>
          <p:cNvSpPr txBox="1"/>
          <p:nvPr/>
        </p:nvSpPr>
        <p:spPr>
          <a:xfrm>
            <a:off x="6284795" y="5892581"/>
            <a:ext cx="60937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dirty="0">
                <a:hlinkClick r:id="rId2"/>
              </a:rPr>
              <a:t>https://www.youtube.com/watch?v=D5aB3syoUTY</a:t>
            </a:r>
            <a:endParaRPr lang="nb-NO" dirty="0"/>
          </a:p>
          <a:p>
            <a:endParaRPr lang="nb-NO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9CC309-F8C7-5D49-702E-5B0D00A0E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026" y="3715975"/>
            <a:ext cx="3446432" cy="190534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39E0E5E-BB24-981A-2B7B-F7740D754F20}"/>
              </a:ext>
            </a:extLst>
          </p:cNvPr>
          <p:cNvSpPr txBox="1"/>
          <p:nvPr/>
        </p:nvSpPr>
        <p:spPr>
          <a:xfrm>
            <a:off x="6284795" y="5621320"/>
            <a:ext cx="6223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How to prepare </a:t>
            </a:r>
            <a:r>
              <a:rPr lang="en-US" b="1" dirty="0" err="1"/>
              <a:t>indesign</a:t>
            </a:r>
            <a:r>
              <a:rPr lang="en-US" b="1" dirty="0"/>
              <a:t> files for print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3CB176D-57B6-6319-5207-7910C771C1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5027" y="752134"/>
            <a:ext cx="3446432" cy="190293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9F10C7C-AA89-FA78-7926-5DC26874A994}"/>
              </a:ext>
            </a:extLst>
          </p:cNvPr>
          <p:cNvSpPr txBox="1"/>
          <p:nvPr/>
        </p:nvSpPr>
        <p:spPr>
          <a:xfrm>
            <a:off x="6284795" y="2961420"/>
            <a:ext cx="6250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dirty="0">
                <a:hlinkClick r:id="rId5"/>
              </a:rPr>
              <a:t>https://www.youtube.com/watch?v=wF_fu1wcT0Y</a:t>
            </a:r>
            <a:endParaRPr lang="nb-NO" dirty="0"/>
          </a:p>
          <a:p>
            <a:endParaRPr lang="nb-NO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CC865F-B2E2-17D9-851F-5A2588253340}"/>
              </a:ext>
            </a:extLst>
          </p:cNvPr>
          <p:cNvSpPr txBox="1"/>
          <p:nvPr/>
        </p:nvSpPr>
        <p:spPr>
          <a:xfrm>
            <a:off x="6284795" y="2690159"/>
            <a:ext cx="62711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b="1" dirty="0" err="1"/>
              <a:t>Learn</a:t>
            </a:r>
            <a:r>
              <a:rPr lang="nb-NO" b="1" dirty="0"/>
              <a:t> Adobe InDesign in 11 MINUTES</a:t>
            </a:r>
          </a:p>
        </p:txBody>
      </p:sp>
    </p:spTree>
    <p:extLst>
      <p:ext uri="{BB962C8B-B14F-4D97-AF65-F5344CB8AC3E}">
        <p14:creationId xmlns:p14="http://schemas.microsoft.com/office/powerpoint/2010/main" val="3023870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F2CB9-ADA0-2F59-AA07-6D72FA1D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Standardisering til </a:t>
            </a:r>
            <a:r>
              <a:rPr lang="nb-NO" dirty="0" err="1"/>
              <a:t>print</a:t>
            </a:r>
            <a:endParaRPr lang="nb-NO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B13303-3C42-D548-A08F-CB2DFB334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2AC11-ACC3-4129-BBD7-C580BF1A4EE7}" type="datetime1">
              <a:rPr lang="en-US" smtClean="0"/>
              <a:t>12/12/2024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2993D6-AC14-E140-E4D2-25DE480E7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FF92B4-DCCE-477C-DB7D-0B82B30DC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02E5B3-5DC3-FFF8-968B-7D3B98646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2919" y="840701"/>
            <a:ext cx="3677080" cy="51765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8E452D3-B93D-14F0-0129-6C15A53F33DA}"/>
              </a:ext>
            </a:extLst>
          </p:cNvPr>
          <p:cNvSpPr txBox="1"/>
          <p:nvPr/>
        </p:nvSpPr>
        <p:spPr>
          <a:xfrm>
            <a:off x="871108" y="2318198"/>
            <a:ext cx="54935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Før du sender coveret til </a:t>
            </a:r>
            <a:r>
              <a:rPr lang="nb-NO" dirty="0" err="1"/>
              <a:t>print</a:t>
            </a:r>
            <a:r>
              <a:rPr lang="nb-NO" dirty="0"/>
              <a:t> (sender til lærer), legger du bildet ditt i </a:t>
            </a:r>
            <a:r>
              <a:rPr lang="nb-NO" dirty="0" err="1"/>
              <a:t>word</a:t>
            </a:r>
            <a:r>
              <a:rPr lang="nb-NO" dirty="0"/>
              <a:t> filen som heter «A4 til </a:t>
            </a:r>
            <a:r>
              <a:rPr lang="nb-NO" dirty="0" err="1"/>
              <a:t>print</a:t>
            </a:r>
            <a:r>
              <a:rPr lang="nb-NO" dirty="0"/>
              <a:t>». Plasser bildet mellom de avgrensede hjørnene. Denne </a:t>
            </a:r>
            <a:r>
              <a:rPr lang="nb-NO" dirty="0" err="1"/>
              <a:t>word</a:t>
            </a:r>
            <a:r>
              <a:rPr lang="nb-NO" dirty="0"/>
              <a:t> filen sender du til lærer som kan printe for deg</a:t>
            </a:r>
          </a:p>
          <a:p>
            <a:endParaRPr lang="nb-NO" dirty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038925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2294E-092F-14A2-396C-C7A03FA42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794" y="2376102"/>
            <a:ext cx="10449784" cy="1265928"/>
          </a:xfrm>
        </p:spPr>
        <p:txBody>
          <a:bodyPr/>
          <a:lstStyle/>
          <a:p>
            <a:r>
              <a:rPr lang="nb-NO" dirty="0"/>
              <a:t>Legg det du har laget i din Portfolio!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A0F7FB-00D3-381F-BEBD-9757D94BE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2AC11-ACC3-4129-BBD7-C580BF1A4EE7}" type="datetime1">
              <a:rPr lang="en-US" smtClean="0"/>
              <a:t>12/12/2024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4F37C0-1ED7-29DE-500E-40FEC5452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078122-76C1-9CD2-87B0-A6599F18C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51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F5E28-AE57-83CA-B4DC-31AF70D27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571" y="588244"/>
            <a:ext cx="10449784" cy="1265928"/>
          </a:xfrm>
        </p:spPr>
        <p:txBody>
          <a:bodyPr/>
          <a:lstStyle/>
          <a:p>
            <a:r>
              <a:rPr lang="nb-NO" dirty="0"/>
              <a:t>Ferdig?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2B3C60-B210-20C3-D183-CBD5F145A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2AC11-ACC3-4129-BBD7-C580BF1A4EE7}" type="datetime1">
              <a:rPr lang="en-US" smtClean="0"/>
              <a:t>12/12/2024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7F4C44-E1A2-F241-5AFE-0C06A94EC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C56F80-2426-C13F-DD60-E9B9E62B5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11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366BAF-E56F-2C8D-E7DF-37D5BC3F9A5A}"/>
              </a:ext>
            </a:extLst>
          </p:cNvPr>
          <p:cNvSpPr txBox="1"/>
          <p:nvPr/>
        </p:nvSpPr>
        <p:spPr>
          <a:xfrm>
            <a:off x="439571" y="2397101"/>
            <a:ext cx="274991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Fortsett å utfordre deg selv med nye konsepter.</a:t>
            </a:r>
          </a:p>
          <a:p>
            <a:endParaRPr lang="nb-NO" dirty="0"/>
          </a:p>
          <a:p>
            <a:r>
              <a:rPr lang="nb-NO" dirty="0"/>
              <a:t>Ta inspirasjon fra noe andre har laget på nettet, eller lag ditt eget konsept</a:t>
            </a:r>
          </a:p>
          <a:p>
            <a:endParaRPr lang="nb-NO" dirty="0"/>
          </a:p>
          <a:p>
            <a:r>
              <a:rPr lang="nb-NO" dirty="0"/>
              <a:t>Det du har lært av silhuett kunst er kun konsepter som kan hjelpe deg til å lage hva du selv ønsker</a:t>
            </a:r>
          </a:p>
          <a:p>
            <a:endParaRPr lang="nb-NO" dirty="0"/>
          </a:p>
        </p:txBody>
      </p:sp>
      <p:pic>
        <p:nvPicPr>
          <p:cNvPr id="8" name="Picture 7" descr="A poster of a cartoon character&#10;&#10;Description automatically generated">
            <a:extLst>
              <a:ext uri="{FF2B5EF4-FFF2-40B4-BE49-F238E27FC236}">
                <a16:creationId xmlns:a16="http://schemas.microsoft.com/office/drawing/2014/main" id="{FD95799D-CE0F-5B89-A7B9-73AACD7F1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42" t="6788" r="26404" b="8577"/>
          <a:stretch/>
        </p:blipFill>
        <p:spPr>
          <a:xfrm>
            <a:off x="8168640" y="0"/>
            <a:ext cx="4023360" cy="6858000"/>
          </a:xfrm>
          <a:prstGeom prst="rect">
            <a:avLst/>
          </a:prstGeom>
        </p:spPr>
      </p:pic>
      <p:pic>
        <p:nvPicPr>
          <p:cNvPr id="10" name="Picture 9" descr="A silhouette of a person holding a wand&#10;&#10;Description automatically generated">
            <a:extLst>
              <a:ext uri="{FF2B5EF4-FFF2-40B4-BE49-F238E27FC236}">
                <a16:creationId xmlns:a16="http://schemas.microsoft.com/office/drawing/2014/main" id="{59B30C86-5767-3190-BFE8-E1AAA7EB4D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26" t="6174" r="20151" b="5984"/>
          <a:stretch/>
        </p:blipFill>
        <p:spPr>
          <a:xfrm>
            <a:off x="3591823" y="-1"/>
            <a:ext cx="4576817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607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85723-1CAD-93EA-F8E0-56404BA16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133196"/>
            <a:ext cx="10449784" cy="1265928"/>
          </a:xfrm>
        </p:spPr>
        <p:txBody>
          <a:bodyPr/>
          <a:lstStyle/>
          <a:p>
            <a:r>
              <a:rPr lang="nb-NO" dirty="0"/>
              <a:t>Gode ressurser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AA7ECC-826B-C73C-C3B1-4FF56B103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2AC11-ACC3-4129-BBD7-C580BF1A4EE7}" type="datetime1">
              <a:rPr lang="en-US" smtClean="0"/>
              <a:t>12/12/2024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D9BC70-750B-29A9-12EF-2BDE869A5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F9611-04F6-8C9A-4410-3955B2C0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12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A84691-332B-4C14-0ED4-CA363D6130C8}"/>
              </a:ext>
            </a:extLst>
          </p:cNvPr>
          <p:cNvSpPr txBox="1"/>
          <p:nvPr/>
        </p:nvSpPr>
        <p:spPr>
          <a:xfrm>
            <a:off x="767439" y="4245922"/>
            <a:ext cx="60932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nb-NO" dirty="0">
              <a:hlinkClick r:id="rId2"/>
            </a:endParaRPr>
          </a:p>
          <a:p>
            <a:endParaRPr lang="nb-NO" dirty="0">
              <a:hlinkClick r:id="rId2"/>
            </a:endParaRPr>
          </a:p>
          <a:p>
            <a:r>
              <a:rPr lang="nb-NO" dirty="0">
                <a:hlinkClick r:id="rId2"/>
              </a:rPr>
              <a:t>https://www.youtube.com/watch?v=A218Xy42_Ps</a:t>
            </a:r>
            <a:endParaRPr lang="nb-NO" dirty="0"/>
          </a:p>
          <a:p>
            <a:endParaRPr lang="nb-NO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F2C383-C415-25DF-3858-C8A71046A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854173"/>
            <a:ext cx="4696480" cy="25816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85166DA-1F7E-A5D7-C0D6-E76F77138A96}"/>
              </a:ext>
            </a:extLst>
          </p:cNvPr>
          <p:cNvSpPr txBox="1"/>
          <p:nvPr/>
        </p:nvSpPr>
        <p:spPr>
          <a:xfrm>
            <a:off x="767439" y="4476755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HOW TO COLOR YOUR DRAWINGS (in 5 simple steps)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D9F9F1-26B6-8575-A0CE-AEACD3EAA3F0}"/>
              </a:ext>
            </a:extLst>
          </p:cNvPr>
          <p:cNvSpPr txBox="1"/>
          <p:nvPr/>
        </p:nvSpPr>
        <p:spPr>
          <a:xfrm>
            <a:off x="6677167" y="4476755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Something strange you should know about color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B8B72A-2F20-3F13-6DA9-9F7A38FB773F}"/>
              </a:ext>
            </a:extLst>
          </p:cNvPr>
          <p:cNvSpPr txBox="1"/>
          <p:nvPr/>
        </p:nvSpPr>
        <p:spPr>
          <a:xfrm>
            <a:off x="6677167" y="4776837"/>
            <a:ext cx="6387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dirty="0">
                <a:hlinkClick r:id="rId4"/>
              </a:rPr>
              <a:t>https://www.youtube.com/watch?v=gJ2HOj22gDo</a:t>
            </a:r>
            <a:endParaRPr lang="nb-NO" dirty="0"/>
          </a:p>
          <a:p>
            <a:endParaRPr lang="nb-NO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247C4D8-33F3-8D43-6C66-9E8DB9D79E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67" y="1768804"/>
            <a:ext cx="4763165" cy="2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189608"/>
      </p:ext>
    </p:extLst>
  </p:cSld>
  <p:clrMapOvr>
    <a:masterClrMapping/>
  </p:clrMapOvr>
</p:sld>
</file>

<file path=ppt/theme/theme1.xml><?xml version="1.0" encoding="utf-8"?>
<a:theme xmlns:a="http://schemas.openxmlformats.org/drawingml/2006/main" name="BohoVogueVTI">
  <a:themeElements>
    <a:clrScheme name="AnalogousFromRegularSeed_2SEEDS">
      <a:dk1>
        <a:srgbClr val="000000"/>
      </a:dk1>
      <a:lt1>
        <a:srgbClr val="FFFFFF"/>
      </a:lt1>
      <a:dk2>
        <a:srgbClr val="351E22"/>
      </a:dk2>
      <a:lt2>
        <a:srgbClr val="E8E2E3"/>
      </a:lt2>
      <a:accent1>
        <a:srgbClr val="3BB195"/>
      </a:accent1>
      <a:accent2>
        <a:srgbClr val="47B56D"/>
      </a:accent2>
      <a:accent3>
        <a:srgbClr val="4BACC0"/>
      </a:accent3>
      <a:accent4>
        <a:srgbClr val="B13B81"/>
      </a:accent4>
      <a:accent5>
        <a:srgbClr val="C34D61"/>
      </a:accent5>
      <a:accent6>
        <a:srgbClr val="B1583B"/>
      </a:accent6>
      <a:hlink>
        <a:srgbClr val="BF3F5E"/>
      </a:hlink>
      <a:folHlink>
        <a:srgbClr val="7F7F7F"/>
      </a:folHlink>
    </a:clrScheme>
    <a:fontScheme name="Walbaum Display_Aptos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hoVogueVTI" id="{8022F7FC-316B-4DD9-B9EB-BB68CC0DFA6F}" vid="{544DD2C6-9D23-4092-AACF-F55CEAA658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580</Words>
  <Application>Microsoft Office PowerPoint</Application>
  <PresentationFormat>Widescreen</PresentationFormat>
  <Paragraphs>87</Paragraphs>
  <Slides>12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Light</vt:lpstr>
      <vt:lpstr>Arial</vt:lpstr>
      <vt:lpstr>Calibri</vt:lpstr>
      <vt:lpstr>Walbaum Display</vt:lpstr>
      <vt:lpstr>BohoVogueVTI</vt:lpstr>
      <vt:lpstr>Acrobat Document</vt:lpstr>
      <vt:lpstr>Plan for dagen</vt:lpstr>
      <vt:lpstr>Printe for coverdesign</vt:lpstr>
      <vt:lpstr>PowerPoint Presentation</vt:lpstr>
      <vt:lpstr>PowerPoint Presentation</vt:lpstr>
      <vt:lpstr>Lagre en kopi av prosjektet</vt:lpstr>
      <vt:lpstr>Konvertere til CMYK i  Photoshop</vt:lpstr>
      <vt:lpstr>PowerPoint Presentation</vt:lpstr>
      <vt:lpstr>Konvertering til Print</vt:lpstr>
      <vt:lpstr>Standardisering til print</vt:lpstr>
      <vt:lpstr>Legg det du har laget i din Portfolio!</vt:lpstr>
      <vt:lpstr>Ferdig?</vt:lpstr>
      <vt:lpstr>Gode ressurser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Sondre Kile Andersen</dc:creator>
  <cp:lastModifiedBy>Sondre Kile Andersen</cp:lastModifiedBy>
  <cp:revision>2</cp:revision>
  <dcterms:created xsi:type="dcterms:W3CDTF">2024-12-12T19:04:57Z</dcterms:created>
  <dcterms:modified xsi:type="dcterms:W3CDTF">2024-12-12T21:17:26Z</dcterms:modified>
</cp:coreProperties>
</file>