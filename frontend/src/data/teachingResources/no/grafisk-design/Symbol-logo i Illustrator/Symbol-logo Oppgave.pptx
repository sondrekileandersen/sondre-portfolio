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3"/>
  </p:sldMasterIdLst>
  <p:notesMasterIdLst>
    <p:notesMasterId r:id="rId7"/>
  </p:notesMasterIdLst>
  <p:sldIdLst>
    <p:sldId id="256" r:id="rId4"/>
    <p:sldId id="267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CF7"/>
    <a:srgbClr val="F9E9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AA657F-DB72-714D-7B58-347E64BF6FD7}" v="261" dt="2024-09-23T22:01:17.5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74" d="100"/>
          <a:sy n="74" d="100"/>
        </p:scale>
        <p:origin x="8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dre Kile Andersen" userId="S::soana033@osloskolen.no::a67d4fdd-2c95-4883-804f-8090d5ac36d9" providerId="AD" clId="Web-{39AA657F-DB72-714D-7B58-347E64BF6FD7}"/>
    <pc:docChg chg="addSld modSld sldOrd addMainMaster delMainMaster">
      <pc:chgData name="Sondre Kile Andersen" userId="S::soana033@osloskolen.no::a67d4fdd-2c95-4883-804f-8090d5ac36d9" providerId="AD" clId="Web-{39AA657F-DB72-714D-7B58-347E64BF6FD7}" dt="2024-09-23T22:01:05.800" v="251" actId="20577"/>
      <pc:docMkLst>
        <pc:docMk/>
      </pc:docMkLst>
      <pc:sldChg chg="addSp delSp modSp mod setBg modClrScheme chgLayout">
        <pc:chgData name="Sondre Kile Andersen" userId="S::soana033@osloskolen.no::a67d4fdd-2c95-4883-804f-8090d5ac36d9" providerId="AD" clId="Web-{39AA657F-DB72-714D-7B58-347E64BF6FD7}" dt="2024-09-23T21:54:46.019" v="22" actId="1076"/>
        <pc:sldMkLst>
          <pc:docMk/>
          <pc:sldMk cId="109857222" sldId="256"/>
        </pc:sldMkLst>
        <pc:spChg chg="mod">
          <ac:chgData name="Sondre Kile Andersen" userId="S::soana033@osloskolen.no::a67d4fdd-2c95-4883-804f-8090d5ac36d9" providerId="AD" clId="Web-{39AA657F-DB72-714D-7B58-347E64BF6FD7}" dt="2024-09-23T21:54:38.597" v="18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Sondre Kile Andersen" userId="S::soana033@osloskolen.no::a67d4fdd-2c95-4883-804f-8090d5ac36d9" providerId="AD" clId="Web-{39AA657F-DB72-714D-7B58-347E64BF6FD7}" dt="2024-09-23T21:53:43.658" v="14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Sondre Kile Andersen" userId="S::soana033@osloskolen.no::a67d4fdd-2c95-4883-804f-8090d5ac36d9" providerId="AD" clId="Web-{39AA657F-DB72-714D-7B58-347E64BF6FD7}" dt="2024-09-23T21:53:43.658" v="14"/>
          <ac:spMkLst>
            <pc:docMk/>
            <pc:sldMk cId="109857222" sldId="256"/>
            <ac:spMk id="9" creationId="{729F2144-48B7-4730-955E-365ECED3ABE0}"/>
          </ac:spMkLst>
        </pc:spChg>
        <pc:spChg chg="add">
          <ac:chgData name="Sondre Kile Andersen" userId="S::soana033@osloskolen.no::a67d4fdd-2c95-4883-804f-8090d5ac36d9" providerId="AD" clId="Web-{39AA657F-DB72-714D-7B58-347E64BF6FD7}" dt="2024-09-23T21:53:43.658" v="14"/>
          <ac:spMkLst>
            <pc:docMk/>
            <pc:sldMk cId="109857222" sldId="256"/>
            <ac:spMk id="11" creationId="{E765FF50-D2F9-4A4F-86ED-F101E172BA93}"/>
          </ac:spMkLst>
        </pc:spChg>
        <pc:spChg chg="add">
          <ac:chgData name="Sondre Kile Andersen" userId="S::soana033@osloskolen.no::a67d4fdd-2c95-4883-804f-8090d5ac36d9" providerId="AD" clId="Web-{39AA657F-DB72-714D-7B58-347E64BF6FD7}" dt="2024-09-23T21:53:43.658" v="14"/>
          <ac:spMkLst>
            <pc:docMk/>
            <pc:sldMk cId="109857222" sldId="256"/>
            <ac:spMk id="13" creationId="{04D834C7-8223-43DA-AA30-E15A1BC7BB4E}"/>
          </ac:spMkLst>
        </pc:spChg>
        <pc:spChg chg="add">
          <ac:chgData name="Sondre Kile Andersen" userId="S::soana033@osloskolen.no::a67d4fdd-2c95-4883-804f-8090d5ac36d9" providerId="AD" clId="Web-{39AA657F-DB72-714D-7B58-347E64BF6FD7}" dt="2024-09-23T21:53:43.658" v="14"/>
          <ac:spMkLst>
            <pc:docMk/>
            <pc:sldMk cId="109857222" sldId="256"/>
            <ac:spMk id="15" creationId="{B62DE6C5-8EB8-4E41-B0FF-93563AA4C56C}"/>
          </ac:spMkLst>
        </pc:spChg>
        <pc:picChg chg="add del">
          <ac:chgData name="Sondre Kile Andersen" userId="S::soana033@osloskolen.no::a67d4fdd-2c95-4883-804f-8090d5ac36d9" providerId="AD" clId="Web-{39AA657F-DB72-714D-7B58-347E64BF6FD7}" dt="2024-09-23T21:53:52.752" v="16"/>
          <ac:picMkLst>
            <pc:docMk/>
            <pc:sldMk cId="109857222" sldId="256"/>
            <ac:picMk id="4" creationId="{0953E21F-EF55-889B-B795-5CD39656B0C6}"/>
          </ac:picMkLst>
        </pc:picChg>
        <pc:picChg chg="add mod">
          <ac:chgData name="Sondre Kile Andersen" userId="S::soana033@osloskolen.no::a67d4fdd-2c95-4883-804f-8090d5ac36d9" providerId="AD" clId="Web-{39AA657F-DB72-714D-7B58-347E64BF6FD7}" dt="2024-09-23T21:54:46.019" v="22" actId="1076"/>
          <ac:picMkLst>
            <pc:docMk/>
            <pc:sldMk cId="109857222" sldId="256"/>
            <ac:picMk id="5" creationId="{53904643-CDB5-1DDC-4312-0DB4AD17475F}"/>
          </ac:picMkLst>
        </pc:picChg>
      </pc:sldChg>
      <pc:sldChg chg="modSp new">
        <pc:chgData name="Sondre Kile Andersen" userId="S::soana033@osloskolen.no::a67d4fdd-2c95-4883-804f-8090d5ac36d9" providerId="AD" clId="Web-{39AA657F-DB72-714D-7B58-347E64BF6FD7}" dt="2024-09-23T21:57:32.572" v="201" actId="20577"/>
        <pc:sldMkLst>
          <pc:docMk/>
          <pc:sldMk cId="2734459160" sldId="257"/>
        </pc:sldMkLst>
        <pc:spChg chg="mod">
          <ac:chgData name="Sondre Kile Andersen" userId="S::soana033@osloskolen.no::a67d4fdd-2c95-4883-804f-8090d5ac36d9" providerId="AD" clId="Web-{39AA657F-DB72-714D-7B58-347E64BF6FD7}" dt="2024-09-23T21:57:00.196" v="120" actId="20577"/>
          <ac:spMkLst>
            <pc:docMk/>
            <pc:sldMk cId="2734459160" sldId="257"/>
            <ac:spMk id="2" creationId="{0B980761-0BC3-433C-3425-74CD5DD6FE00}"/>
          </ac:spMkLst>
        </pc:spChg>
        <pc:spChg chg="mod">
          <ac:chgData name="Sondre Kile Andersen" userId="S::soana033@osloskolen.no::a67d4fdd-2c95-4883-804f-8090d5ac36d9" providerId="AD" clId="Web-{39AA657F-DB72-714D-7B58-347E64BF6FD7}" dt="2024-09-23T21:57:32.572" v="201" actId="20577"/>
          <ac:spMkLst>
            <pc:docMk/>
            <pc:sldMk cId="2734459160" sldId="257"/>
            <ac:spMk id="3" creationId="{AAD1BB64-628D-D427-69A0-B9318CA129BA}"/>
          </ac:spMkLst>
        </pc:spChg>
      </pc:sldChg>
      <pc:sldChg chg="addSp delSp modSp add ord">
        <pc:chgData name="Sondre Kile Andersen" userId="S::soana033@osloskolen.no::a67d4fdd-2c95-4883-804f-8090d5ac36d9" providerId="AD" clId="Web-{39AA657F-DB72-714D-7B58-347E64BF6FD7}" dt="2024-09-23T22:00:19.720" v="221"/>
        <pc:sldMkLst>
          <pc:docMk/>
          <pc:sldMk cId="3737506309" sldId="267"/>
        </pc:sldMkLst>
        <pc:spChg chg="del">
          <ac:chgData name="Sondre Kile Andersen" userId="S::soana033@osloskolen.no::a67d4fdd-2c95-4883-804f-8090d5ac36d9" providerId="AD" clId="Web-{39AA657F-DB72-714D-7B58-347E64BF6FD7}" dt="2024-09-23T21:58:34.371" v="203"/>
          <ac:spMkLst>
            <pc:docMk/>
            <pc:sldMk cId="3737506309" sldId="267"/>
            <ac:spMk id="3" creationId="{76F2F75E-3112-4EB0-FB60-3D8A68133C20}"/>
          </ac:spMkLst>
        </pc:spChg>
        <pc:spChg chg="add del mod">
          <ac:chgData name="Sondre Kile Andersen" userId="S::soana033@osloskolen.no::a67d4fdd-2c95-4883-804f-8090d5ac36d9" providerId="AD" clId="Web-{39AA657F-DB72-714D-7B58-347E64BF6FD7}" dt="2024-09-23T21:58:41.324" v="205"/>
          <ac:spMkLst>
            <pc:docMk/>
            <pc:sldMk cId="3737506309" sldId="267"/>
            <ac:spMk id="5" creationId="{9E3AFF33-67F7-D368-E24C-5C43C2DE0FCF}"/>
          </ac:spMkLst>
        </pc:spChg>
        <pc:spChg chg="mod">
          <ac:chgData name="Sondre Kile Andersen" userId="S::soana033@osloskolen.no::a67d4fdd-2c95-4883-804f-8090d5ac36d9" providerId="AD" clId="Web-{39AA657F-DB72-714D-7B58-347E64BF6FD7}" dt="2024-09-23T22:00:00.546" v="216" actId="1076"/>
          <ac:spMkLst>
            <pc:docMk/>
            <pc:sldMk cId="3737506309" sldId="267"/>
            <ac:spMk id="7" creationId="{CAF28D97-D9E6-74F7-6960-983939BD8E30}"/>
          </ac:spMkLst>
        </pc:spChg>
        <pc:spChg chg="mod">
          <ac:chgData name="Sondre Kile Andersen" userId="S::soana033@osloskolen.no::a67d4fdd-2c95-4883-804f-8090d5ac36d9" providerId="AD" clId="Web-{39AA657F-DB72-714D-7B58-347E64BF6FD7}" dt="2024-09-23T22:00:00.546" v="217" actId="1076"/>
          <ac:spMkLst>
            <pc:docMk/>
            <pc:sldMk cId="3737506309" sldId="267"/>
            <ac:spMk id="8" creationId="{D52DCAA5-4B21-E707-7BB3-DAB8996D2505}"/>
          </ac:spMkLst>
        </pc:spChg>
        <pc:spChg chg="mod">
          <ac:chgData name="Sondre Kile Andersen" userId="S::soana033@osloskolen.no::a67d4fdd-2c95-4883-804f-8090d5ac36d9" providerId="AD" clId="Web-{39AA657F-DB72-714D-7B58-347E64BF6FD7}" dt="2024-09-23T22:00:00.546" v="218" actId="1076"/>
          <ac:spMkLst>
            <pc:docMk/>
            <pc:sldMk cId="3737506309" sldId="267"/>
            <ac:spMk id="9" creationId="{E8AC6812-7191-F011-01EC-CF05A8ACE2A7}"/>
          </ac:spMkLst>
        </pc:spChg>
        <pc:spChg chg="mod">
          <ac:chgData name="Sondre Kile Andersen" userId="S::soana033@osloskolen.no::a67d4fdd-2c95-4883-804f-8090d5ac36d9" providerId="AD" clId="Web-{39AA657F-DB72-714D-7B58-347E64BF6FD7}" dt="2024-09-23T22:00:00.546" v="219" actId="1076"/>
          <ac:spMkLst>
            <pc:docMk/>
            <pc:sldMk cId="3737506309" sldId="267"/>
            <ac:spMk id="10" creationId="{A4D1CD36-037E-FAAF-96B5-9E6A1F6C082E}"/>
          </ac:spMkLst>
        </pc:spChg>
        <pc:spChg chg="del">
          <ac:chgData name="Sondre Kile Andersen" userId="S::soana033@osloskolen.no::a67d4fdd-2c95-4883-804f-8090d5ac36d9" providerId="AD" clId="Web-{39AA657F-DB72-714D-7B58-347E64BF6FD7}" dt="2024-09-23T21:58:34.918" v="204"/>
          <ac:spMkLst>
            <pc:docMk/>
            <pc:sldMk cId="3737506309" sldId="267"/>
            <ac:spMk id="11" creationId="{6F968AE5-26AF-A800-1814-CD200EFFA0E7}"/>
          </ac:spMkLst>
        </pc:spChg>
        <pc:spChg chg="add mod ord">
          <ac:chgData name="Sondre Kile Andersen" userId="S::soana033@osloskolen.no::a67d4fdd-2c95-4883-804f-8090d5ac36d9" providerId="AD" clId="Web-{39AA657F-DB72-714D-7B58-347E64BF6FD7}" dt="2024-09-23T21:59:50.530" v="214"/>
          <ac:spMkLst>
            <pc:docMk/>
            <pc:sldMk cId="3737506309" sldId="267"/>
            <ac:spMk id="12" creationId="{F3D5C739-D59A-CD2E-0DA2-E3ABE3515F7D}"/>
          </ac:spMkLst>
        </pc:spChg>
        <pc:picChg chg="mod">
          <ac:chgData name="Sondre Kile Andersen" userId="S::soana033@osloskolen.no::a67d4fdd-2c95-4883-804f-8090d5ac36d9" providerId="AD" clId="Web-{39AA657F-DB72-714D-7B58-347E64BF6FD7}" dt="2024-09-23T22:00:00.577" v="220" actId="1076"/>
          <ac:picMkLst>
            <pc:docMk/>
            <pc:sldMk cId="3737506309" sldId="267"/>
            <ac:picMk id="4" creationId="{A4AFF22B-1673-12DC-9EC7-A15DC0E56E47}"/>
          </ac:picMkLst>
        </pc:picChg>
        <pc:picChg chg="mod">
          <ac:chgData name="Sondre Kile Andersen" userId="S::soana033@osloskolen.no::a67d4fdd-2c95-4883-804f-8090d5ac36d9" providerId="AD" clId="Web-{39AA657F-DB72-714D-7B58-347E64BF6FD7}" dt="2024-09-23T22:00:00.530" v="215" actId="1076"/>
          <ac:picMkLst>
            <pc:docMk/>
            <pc:sldMk cId="3737506309" sldId="267"/>
            <ac:picMk id="6" creationId="{93359A00-AA29-47A7-4F5A-C1A501AA8BB7}"/>
          </ac:picMkLst>
        </pc:picChg>
      </pc:sldChg>
      <pc:sldChg chg="modSp new">
        <pc:chgData name="Sondre Kile Andersen" userId="S::soana033@osloskolen.no::a67d4fdd-2c95-4883-804f-8090d5ac36d9" providerId="AD" clId="Web-{39AA657F-DB72-714D-7B58-347E64BF6FD7}" dt="2024-09-23T22:01:05.800" v="251" actId="20577"/>
        <pc:sldMkLst>
          <pc:docMk/>
          <pc:sldMk cId="2791164446" sldId="268"/>
        </pc:sldMkLst>
        <pc:spChg chg="mod">
          <ac:chgData name="Sondre Kile Andersen" userId="S::soana033@osloskolen.no::a67d4fdd-2c95-4883-804f-8090d5ac36d9" providerId="AD" clId="Web-{39AA657F-DB72-714D-7B58-347E64BF6FD7}" dt="2024-09-23T22:00:35.940" v="225" actId="20577"/>
          <ac:spMkLst>
            <pc:docMk/>
            <pc:sldMk cId="2791164446" sldId="268"/>
            <ac:spMk id="2" creationId="{0EEAC989-126D-B7BE-0C20-677E1DABC94D}"/>
          </ac:spMkLst>
        </pc:spChg>
        <pc:spChg chg="mod">
          <ac:chgData name="Sondre Kile Andersen" userId="S::soana033@osloskolen.no::a67d4fdd-2c95-4883-804f-8090d5ac36d9" providerId="AD" clId="Web-{39AA657F-DB72-714D-7B58-347E64BF6FD7}" dt="2024-09-23T22:01:05.800" v="251" actId="20577"/>
          <ac:spMkLst>
            <pc:docMk/>
            <pc:sldMk cId="2791164446" sldId="268"/>
            <ac:spMk id="3" creationId="{E6CBEE7C-F0CD-7B02-78C5-0C49746CD88F}"/>
          </ac:spMkLst>
        </pc:spChg>
      </pc:sldChg>
      <pc:sldMasterChg chg="del delSldLayout">
        <pc:chgData name="Sondre Kile Andersen" userId="S::soana033@osloskolen.no::a67d4fdd-2c95-4883-804f-8090d5ac36d9" providerId="AD" clId="Web-{39AA657F-DB72-714D-7B58-347E64BF6FD7}" dt="2024-09-23T21:53:43.658" v="14"/>
        <pc:sldMasterMkLst>
          <pc:docMk/>
          <pc:sldMasterMk cId="2460954070" sldId="2147483660"/>
        </pc:sldMasterMkLst>
        <pc:sldLayoutChg chg="del">
          <pc:chgData name="Sondre Kile Andersen" userId="S::soana033@osloskolen.no::a67d4fdd-2c95-4883-804f-8090d5ac36d9" providerId="AD" clId="Web-{39AA657F-DB72-714D-7B58-347E64BF6FD7}" dt="2024-09-23T21:53:43.658" v="14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Sondre Kile Andersen" userId="S::soana033@osloskolen.no::a67d4fdd-2c95-4883-804f-8090d5ac36d9" providerId="AD" clId="Web-{39AA657F-DB72-714D-7B58-347E64BF6FD7}" dt="2024-09-23T21:53:43.658" v="14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Sondre Kile Andersen" userId="S::soana033@osloskolen.no::a67d4fdd-2c95-4883-804f-8090d5ac36d9" providerId="AD" clId="Web-{39AA657F-DB72-714D-7B58-347E64BF6FD7}" dt="2024-09-23T21:53:43.658" v="14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Sondre Kile Andersen" userId="S::soana033@osloskolen.no::a67d4fdd-2c95-4883-804f-8090d5ac36d9" providerId="AD" clId="Web-{39AA657F-DB72-714D-7B58-347E64BF6FD7}" dt="2024-09-23T21:53:43.658" v="14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Sondre Kile Andersen" userId="S::soana033@osloskolen.no::a67d4fdd-2c95-4883-804f-8090d5ac36d9" providerId="AD" clId="Web-{39AA657F-DB72-714D-7B58-347E64BF6FD7}" dt="2024-09-23T21:53:43.658" v="14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Sondre Kile Andersen" userId="S::soana033@osloskolen.no::a67d4fdd-2c95-4883-804f-8090d5ac36d9" providerId="AD" clId="Web-{39AA657F-DB72-714D-7B58-347E64BF6FD7}" dt="2024-09-23T21:53:43.658" v="14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Sondre Kile Andersen" userId="S::soana033@osloskolen.no::a67d4fdd-2c95-4883-804f-8090d5ac36d9" providerId="AD" clId="Web-{39AA657F-DB72-714D-7B58-347E64BF6FD7}" dt="2024-09-23T21:53:43.658" v="14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Sondre Kile Andersen" userId="S::soana033@osloskolen.no::a67d4fdd-2c95-4883-804f-8090d5ac36d9" providerId="AD" clId="Web-{39AA657F-DB72-714D-7B58-347E64BF6FD7}" dt="2024-09-23T21:53:43.658" v="14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Sondre Kile Andersen" userId="S::soana033@osloskolen.no::a67d4fdd-2c95-4883-804f-8090d5ac36d9" providerId="AD" clId="Web-{39AA657F-DB72-714D-7B58-347E64BF6FD7}" dt="2024-09-23T21:53:43.658" v="14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Sondre Kile Andersen" userId="S::soana033@osloskolen.no::a67d4fdd-2c95-4883-804f-8090d5ac36d9" providerId="AD" clId="Web-{39AA657F-DB72-714D-7B58-347E64BF6FD7}" dt="2024-09-23T21:53:43.658" v="14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Sondre Kile Andersen" userId="S::soana033@osloskolen.no::a67d4fdd-2c95-4883-804f-8090d5ac36d9" providerId="AD" clId="Web-{39AA657F-DB72-714D-7B58-347E64BF6FD7}" dt="2024-09-23T21:53:43.658" v="14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addSldLayout">
        <pc:chgData name="Sondre Kile Andersen" userId="S::soana033@osloskolen.no::a67d4fdd-2c95-4883-804f-8090d5ac36d9" providerId="AD" clId="Web-{39AA657F-DB72-714D-7B58-347E64BF6FD7}" dt="2024-09-23T21:53:43.658" v="14"/>
        <pc:sldMasterMkLst>
          <pc:docMk/>
          <pc:sldMasterMk cId="1222865098" sldId="2147483685"/>
        </pc:sldMasterMkLst>
        <pc:sldLayoutChg chg="add">
          <pc:chgData name="Sondre Kile Andersen" userId="S::soana033@osloskolen.no::a67d4fdd-2c95-4883-804f-8090d5ac36d9" providerId="AD" clId="Web-{39AA657F-DB72-714D-7B58-347E64BF6FD7}" dt="2024-09-23T21:53:43.658" v="14"/>
          <pc:sldLayoutMkLst>
            <pc:docMk/>
            <pc:sldMasterMk cId="1222865098" sldId="2147483685"/>
            <pc:sldLayoutMk cId="1443858398" sldId="2147483674"/>
          </pc:sldLayoutMkLst>
        </pc:sldLayoutChg>
        <pc:sldLayoutChg chg="add">
          <pc:chgData name="Sondre Kile Andersen" userId="S::soana033@osloskolen.no::a67d4fdd-2c95-4883-804f-8090d5ac36d9" providerId="AD" clId="Web-{39AA657F-DB72-714D-7B58-347E64BF6FD7}" dt="2024-09-23T21:53:43.658" v="14"/>
          <pc:sldLayoutMkLst>
            <pc:docMk/>
            <pc:sldMasterMk cId="1222865098" sldId="2147483685"/>
            <pc:sldLayoutMk cId="1131146612" sldId="2147483675"/>
          </pc:sldLayoutMkLst>
        </pc:sldLayoutChg>
        <pc:sldLayoutChg chg="add">
          <pc:chgData name="Sondre Kile Andersen" userId="S::soana033@osloskolen.no::a67d4fdd-2c95-4883-804f-8090d5ac36d9" providerId="AD" clId="Web-{39AA657F-DB72-714D-7B58-347E64BF6FD7}" dt="2024-09-23T21:53:43.658" v="14"/>
          <pc:sldLayoutMkLst>
            <pc:docMk/>
            <pc:sldMasterMk cId="1222865098" sldId="2147483685"/>
            <pc:sldLayoutMk cId="1573951056" sldId="2147483676"/>
          </pc:sldLayoutMkLst>
        </pc:sldLayoutChg>
        <pc:sldLayoutChg chg="add">
          <pc:chgData name="Sondre Kile Andersen" userId="S::soana033@osloskolen.no::a67d4fdd-2c95-4883-804f-8090d5ac36d9" providerId="AD" clId="Web-{39AA657F-DB72-714D-7B58-347E64BF6FD7}" dt="2024-09-23T21:53:43.658" v="14"/>
          <pc:sldLayoutMkLst>
            <pc:docMk/>
            <pc:sldMasterMk cId="1222865098" sldId="2147483685"/>
            <pc:sldLayoutMk cId="2175529829" sldId="2147483677"/>
          </pc:sldLayoutMkLst>
        </pc:sldLayoutChg>
        <pc:sldLayoutChg chg="add">
          <pc:chgData name="Sondre Kile Andersen" userId="S::soana033@osloskolen.no::a67d4fdd-2c95-4883-804f-8090d5ac36d9" providerId="AD" clId="Web-{39AA657F-DB72-714D-7B58-347E64BF6FD7}" dt="2024-09-23T21:53:43.658" v="14"/>
          <pc:sldLayoutMkLst>
            <pc:docMk/>
            <pc:sldMasterMk cId="1222865098" sldId="2147483685"/>
            <pc:sldLayoutMk cId="3524737095" sldId="2147483678"/>
          </pc:sldLayoutMkLst>
        </pc:sldLayoutChg>
        <pc:sldLayoutChg chg="add">
          <pc:chgData name="Sondre Kile Andersen" userId="S::soana033@osloskolen.no::a67d4fdd-2c95-4883-804f-8090d5ac36d9" providerId="AD" clId="Web-{39AA657F-DB72-714D-7B58-347E64BF6FD7}" dt="2024-09-23T21:53:43.658" v="14"/>
          <pc:sldLayoutMkLst>
            <pc:docMk/>
            <pc:sldMasterMk cId="1222865098" sldId="2147483685"/>
            <pc:sldLayoutMk cId="4146914504" sldId="2147483679"/>
          </pc:sldLayoutMkLst>
        </pc:sldLayoutChg>
        <pc:sldLayoutChg chg="add">
          <pc:chgData name="Sondre Kile Andersen" userId="S::soana033@osloskolen.no::a67d4fdd-2c95-4883-804f-8090d5ac36d9" providerId="AD" clId="Web-{39AA657F-DB72-714D-7B58-347E64BF6FD7}" dt="2024-09-23T21:53:43.658" v="14"/>
          <pc:sldLayoutMkLst>
            <pc:docMk/>
            <pc:sldMasterMk cId="1222865098" sldId="2147483685"/>
            <pc:sldLayoutMk cId="3368116164" sldId="2147483680"/>
          </pc:sldLayoutMkLst>
        </pc:sldLayoutChg>
        <pc:sldLayoutChg chg="add">
          <pc:chgData name="Sondre Kile Andersen" userId="S::soana033@osloskolen.no::a67d4fdd-2c95-4883-804f-8090d5ac36d9" providerId="AD" clId="Web-{39AA657F-DB72-714D-7B58-347E64BF6FD7}" dt="2024-09-23T21:53:43.658" v="14"/>
          <pc:sldLayoutMkLst>
            <pc:docMk/>
            <pc:sldMasterMk cId="1222865098" sldId="2147483685"/>
            <pc:sldLayoutMk cId="2192365561" sldId="2147483681"/>
          </pc:sldLayoutMkLst>
        </pc:sldLayoutChg>
        <pc:sldLayoutChg chg="add">
          <pc:chgData name="Sondre Kile Andersen" userId="S::soana033@osloskolen.no::a67d4fdd-2c95-4883-804f-8090d5ac36d9" providerId="AD" clId="Web-{39AA657F-DB72-714D-7B58-347E64BF6FD7}" dt="2024-09-23T21:53:43.658" v="14"/>
          <pc:sldLayoutMkLst>
            <pc:docMk/>
            <pc:sldMasterMk cId="1222865098" sldId="2147483685"/>
            <pc:sldLayoutMk cId="3525287988" sldId="2147483682"/>
          </pc:sldLayoutMkLst>
        </pc:sldLayoutChg>
        <pc:sldLayoutChg chg="add">
          <pc:chgData name="Sondre Kile Andersen" userId="S::soana033@osloskolen.no::a67d4fdd-2c95-4883-804f-8090d5ac36d9" providerId="AD" clId="Web-{39AA657F-DB72-714D-7B58-347E64BF6FD7}" dt="2024-09-23T21:53:43.658" v="14"/>
          <pc:sldLayoutMkLst>
            <pc:docMk/>
            <pc:sldMasterMk cId="1222865098" sldId="2147483685"/>
            <pc:sldLayoutMk cId="4158577988" sldId="2147483683"/>
          </pc:sldLayoutMkLst>
        </pc:sldLayoutChg>
        <pc:sldLayoutChg chg="add">
          <pc:chgData name="Sondre Kile Andersen" userId="S::soana033@osloskolen.no::a67d4fdd-2c95-4883-804f-8090d5ac36d9" providerId="AD" clId="Web-{39AA657F-DB72-714D-7B58-347E64BF6FD7}" dt="2024-09-23T21:53:43.658" v="14"/>
          <pc:sldLayoutMkLst>
            <pc:docMk/>
            <pc:sldMasterMk cId="1222865098" sldId="2147483685"/>
            <pc:sldLayoutMk cId="3883741021" sldId="214748368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958F2-1200-4B38-91AC-CF9B432F32CA}" type="datetimeFigureOut">
              <a:t>25.09.2024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545982-768E-4DBC-8B66-9EEBDDCB1C6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551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/>
              <a:t>Forklar mer fra abstrakt kan være for å åpne horisonten deres. Dyr, følelser, gjenstander, metaforer, maskot o.l.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19A053-C29F-4FFC-A815-1AE98F64C26E}" type="slidenum">
              <a:rPr lang="nb-NO" smtClean="0"/>
              <a:t>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26514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9204-3F29-4C3A-BA41-306340020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393CD-7262-4AC7-80E6-52FE6F3F3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0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430AE-0210-4E82-AD7B-41B112DE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A6662E-FAF4-44BC-88B5-85A7CBFB6D30}" type="datetime1">
              <a:rPr lang="en-US" smtClean="0"/>
              <a:pPr/>
              <a:t>9/25/2024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21974-7DEC-459D-9642-CB5B59C8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31837-C94E-4B5B-BCF0-110C69ED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741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64CF5-F681-40C2-88CC-E02206C9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9/25/2024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4753-4FE4-4A6F-99BB-CFFC92E0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569D1-DB13-4BD9-8BA9-0DEAD98F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858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0B05-7BF6-4073-9106-FA19E972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EE8D7-6B58-4A3F-9DD5-E563D5192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2990E-9F0A-446A-B5B8-459CA8D9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68EAA-4377-45FF-9D7C-9E77BC9F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FA71-74C3-44B8-A0AC-E18A1E76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146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1F12-2D88-4F76-AF46-BD5156C1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AA46-E3EB-4704-B019-F90F1E61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7480F-A530-4D05-9A22-E573FB4BA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56FDA-C47A-4F4A-A364-BA60A25A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9/25/2024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6D8DD-6D84-44D4-8A1B-57615B3E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8FE31-B577-4017-8AFE-A8BA0959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951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52600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66999"/>
            <a:ext cx="5157787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52600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66999"/>
            <a:ext cx="5183188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9/25/2024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529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2D5F-0BD4-4517-9233-E08AF405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523B8-51E3-48B8-BFD8-CE950619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9/25/2024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39B90-5D50-4424-B51D-53C39162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F9286-3A00-4D3C-A3F0-50AC9045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737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9/25/2024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914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81A1-6D8E-4DD6-8E49-DABDE6D1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F18F-F78D-4A31-A6BC-6552105BC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2C2F4-BDF4-4A4F-AA3D-52692932C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3850F-5C87-4F08-9658-EAF049B6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9/25/2024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BCE9A-A746-4439-B5D3-966FBC8E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D3B51-AA2E-4AA1-8062-A0D476D8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577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2CF7-F453-4B3E-9510-D7479798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2A1B9-8A2A-4B49-8B79-76D3EEB36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FEA03-0EC4-4085-AE63-4AA492D61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5AD5B-0DEA-4C6F-94D2-FAA99F2E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9/25/2024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C6744-7CBA-4A1D-8F87-10699F98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D9048-35FF-4BE9-8157-BE4BAA1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116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BDD2-E186-4F25-8FDE-D1E875E9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8CC5B-A7E0-48B1-8329-6533AC76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05B1B-77FE-4BFC-BF87-87DA989F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8531E-1B90-4631-BD37-4BB1DBFA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55E8-88DC-4280-8E04-FF50FF8E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365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0633D-90E4-4F5A-9EBF-DDEC2B0B4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D3065-FA3D-42C8-BFDA-967C87F4F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126F-38E2-4425-861F-98ED43228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645D8-F22A-4354-A8B3-96E8A2D2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E2295-A616-4D57-8800-7B7E213A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287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CB7E8AE-A3AC-4BB7-A5C6-F00EC697B265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84D45-0ED3-4D03-8E44-5E355C91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54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87D6E-D1E9-489C-9AA9-3575C39BA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49450"/>
            <a:ext cx="10515600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4E9C-08EE-4B1B-B3FC-D6D997F4E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fld id="{57E0CF6C-748E-4B7A-BC8B-3011EF78ED13}" type="datetime1">
              <a:rPr lang="en-US" smtClean="0"/>
              <a:pPr/>
              <a:t>9/25/2024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A1F1-38FE-4C27-81E6-A43A54793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246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B39A-FFD8-42EF-ADC7-7DB3B302F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865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3" r:id="rId8"/>
    <p:sldLayoutId id="2147483680" r:id="rId9"/>
    <p:sldLayoutId id="2147483681" r:id="rId10"/>
    <p:sldLayoutId id="214748368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29F2144-48B7-4730-955E-365ECED3A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65FF50-D2F9-4A4F-86ED-F101E172B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513189"/>
            <a:ext cx="5797883" cy="2667000"/>
          </a:xfrm>
        </p:spPr>
        <p:txBody>
          <a:bodyPr anchor="b">
            <a:normAutofit/>
          </a:bodyPr>
          <a:lstStyle/>
          <a:p>
            <a:pPr algn="l"/>
            <a:r>
              <a:rPr lang="en-US" dirty="0">
                <a:solidFill>
                  <a:schemeClr val="tx2"/>
                </a:solidFill>
              </a:rPr>
              <a:t>Symbol-logo </a:t>
            </a:r>
            <a:r>
              <a:rPr lang="en-US" dirty="0" err="1">
                <a:solidFill>
                  <a:schemeClr val="tx2"/>
                </a:solidFill>
              </a:rPr>
              <a:t>i</a:t>
            </a:r>
            <a:r>
              <a:rPr lang="en-US" dirty="0">
                <a:solidFill>
                  <a:schemeClr val="tx2"/>
                </a:solidFill>
              </a:rPr>
              <a:t> Illustrator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3408788"/>
            <a:ext cx="5797882" cy="1785690"/>
          </a:xfrm>
        </p:spPr>
        <p:txBody>
          <a:bodyPr anchor="t">
            <a:normAutofit/>
          </a:bodyPr>
          <a:lstStyle/>
          <a:p>
            <a:pPr algn="l"/>
            <a:endParaRPr lang="en-US" sz="2200">
              <a:solidFill>
                <a:schemeClr val="tx2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D834C7-8223-43DA-AA30-E15A1BC7B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93812"/>
            <a:ext cx="12192000" cy="116418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2DE6C5-8EB8-4E41-B0FF-93563AA4C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61" y="5693811"/>
            <a:ext cx="12191999" cy="1164188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 descr="Logo Vector Art, Icons, and Graphics for Free Download">
            <a:extLst>
              <a:ext uri="{FF2B5EF4-FFF2-40B4-BE49-F238E27FC236}">
                <a16:creationId xmlns:a16="http://schemas.microsoft.com/office/drawing/2014/main" id="{53904643-CDB5-1DDC-4312-0DB4AD174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941759"/>
            <a:ext cx="5276850" cy="3745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3D5C739-D59A-CD2E-0DA2-E3ABE3515F7D}"/>
              </a:ext>
            </a:extLst>
          </p:cNvPr>
          <p:cNvSpPr/>
          <p:nvPr/>
        </p:nvSpPr>
        <p:spPr>
          <a:xfrm>
            <a:off x="-1" y="0"/>
            <a:ext cx="12196082" cy="6855278"/>
          </a:xfrm>
          <a:prstGeom prst="rect">
            <a:avLst/>
          </a:prstGeom>
          <a:solidFill>
            <a:srgbClr val="FFFC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white circle with different colored icons&#10;&#10;Description automatically generated">
            <a:extLst>
              <a:ext uri="{FF2B5EF4-FFF2-40B4-BE49-F238E27FC236}">
                <a16:creationId xmlns:a16="http://schemas.microsoft.com/office/drawing/2014/main" id="{93359A00-AA29-47A7-4F5A-C1A501AA8B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294"/>
          <a:stretch/>
        </p:blipFill>
        <p:spPr>
          <a:xfrm>
            <a:off x="1641475" y="1487234"/>
            <a:ext cx="3379233" cy="3328583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AF28D97-D9E6-74F7-6960-983939BD8E30}"/>
              </a:ext>
            </a:extLst>
          </p:cNvPr>
          <p:cNvSpPr txBox="1">
            <a:spLocks/>
          </p:cNvSpPr>
          <p:nvPr/>
        </p:nvSpPr>
        <p:spPr>
          <a:xfrm>
            <a:off x="1668661" y="970900"/>
            <a:ext cx="3324860" cy="5343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nb-NO" sz="3200" b="1">
                <a:solidFill>
                  <a:srgbClr val="1F1F1F"/>
                </a:solidFill>
              </a:rPr>
              <a:t>Konkret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52DCAA5-4B21-E707-7BB3-DAB8996D2505}"/>
              </a:ext>
            </a:extLst>
          </p:cNvPr>
          <p:cNvSpPr txBox="1">
            <a:spLocks/>
          </p:cNvSpPr>
          <p:nvPr/>
        </p:nvSpPr>
        <p:spPr>
          <a:xfrm>
            <a:off x="1133634" y="4959674"/>
            <a:ext cx="4394913" cy="886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nb-NO"/>
              <a:t>Direkte tatt fra navnet eller gjenstander</a:t>
            </a:r>
            <a:br>
              <a:rPr lang="nb-NO"/>
            </a:br>
            <a:r>
              <a:rPr lang="nb-NO"/>
              <a:t>knyttet til produktet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8AC6812-7191-F011-01EC-CF05A8ACE2A7}"/>
              </a:ext>
            </a:extLst>
          </p:cNvPr>
          <p:cNvSpPr txBox="1">
            <a:spLocks/>
          </p:cNvSpPr>
          <p:nvPr/>
        </p:nvSpPr>
        <p:spPr>
          <a:xfrm>
            <a:off x="7137462" y="970900"/>
            <a:ext cx="3324860" cy="5343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nb-NO" sz="3200" b="1">
                <a:solidFill>
                  <a:srgbClr val="1F1F1F"/>
                </a:solidFill>
              </a:rPr>
              <a:t>Abstrakt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4D1CD36-037E-FAAF-96B5-9E6A1F6C082E}"/>
              </a:ext>
            </a:extLst>
          </p:cNvPr>
          <p:cNvSpPr txBox="1">
            <a:spLocks/>
          </p:cNvSpPr>
          <p:nvPr/>
        </p:nvSpPr>
        <p:spPr>
          <a:xfrm>
            <a:off x="7356166" y="4959674"/>
            <a:ext cx="2921754" cy="886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nb-NO"/>
              <a:t>Relateres til metaforer eller en følelse</a:t>
            </a:r>
          </a:p>
        </p:txBody>
      </p:sp>
      <p:pic>
        <p:nvPicPr>
          <p:cNvPr id="4" name="Bilde 3" descr="Et bilde som inneholder Grafikk, sirkel, clip art, logo&#10;&#10;Automatisk generert beskrivelse">
            <a:extLst>
              <a:ext uri="{FF2B5EF4-FFF2-40B4-BE49-F238E27FC236}">
                <a16:creationId xmlns:a16="http://schemas.microsoft.com/office/drawing/2014/main" id="{A4AFF22B-1673-12DC-9EC7-A15DC0E56E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2982" y="1402437"/>
            <a:ext cx="3917995" cy="349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506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80761-0BC3-433C-3425-74CD5DD6F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Oppgave</a:t>
            </a:r>
            <a:r>
              <a:rPr lang="en-US" dirty="0"/>
              <a:t> for </a:t>
            </a:r>
            <a:r>
              <a:rPr lang="en-US" dirty="0" err="1"/>
              <a:t>dagen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1BB64-628D-D427-69A0-B9318CA12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en-US" dirty="0" err="1"/>
              <a:t>Hvis</a:t>
            </a:r>
            <a:r>
              <a:rPr lang="en-US" dirty="0"/>
              <a:t> du </a:t>
            </a:r>
            <a:r>
              <a:rPr lang="en-US" dirty="0" err="1"/>
              <a:t>har</a:t>
            </a:r>
            <a:r>
              <a:rPr lang="en-US" dirty="0"/>
              <a:t> </a:t>
            </a:r>
            <a:r>
              <a:rPr lang="en-US" dirty="0" err="1"/>
              <a:t>skisser</a:t>
            </a:r>
            <a:r>
              <a:rPr lang="en-US" dirty="0"/>
              <a:t> av logo </a:t>
            </a:r>
            <a:r>
              <a:rPr lang="en-US" dirty="0" err="1"/>
              <a:t>fra</a:t>
            </a:r>
            <a:r>
              <a:rPr lang="en-US" dirty="0"/>
              <a:t> </a:t>
            </a:r>
            <a:r>
              <a:rPr lang="en-US" dirty="0" err="1"/>
              <a:t>før</a:t>
            </a:r>
            <a:r>
              <a:rPr lang="en-US" dirty="0"/>
              <a:t> </a:t>
            </a:r>
            <a:r>
              <a:rPr lang="en-US" dirty="0" err="1"/>
              <a:t>bruker</a:t>
            </a:r>
            <a:r>
              <a:rPr lang="en-US" dirty="0"/>
              <a:t> du </a:t>
            </a:r>
            <a:r>
              <a:rPr lang="en-US" dirty="0" err="1"/>
              <a:t>dette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utgangspunkt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Bruk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blanding</a:t>
            </a:r>
            <a:r>
              <a:rPr lang="en-US" dirty="0"/>
              <a:t> av shape- </a:t>
            </a:r>
            <a:r>
              <a:rPr lang="en-US" dirty="0" err="1"/>
              <a:t>og</a:t>
            </a:r>
            <a:r>
              <a:rPr lang="en-US" dirty="0"/>
              <a:t> pen-tool for å et symbol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 passe </a:t>
            </a:r>
            <a:r>
              <a:rPr lang="en-US" dirty="0" err="1"/>
              <a:t>til</a:t>
            </a:r>
            <a:r>
              <a:rPr lang="en-US" dirty="0"/>
              <a:t> din </a:t>
            </a:r>
            <a:r>
              <a:rPr lang="en-US" dirty="0" err="1"/>
              <a:t>tekst</a:t>
            </a:r>
            <a:r>
              <a:rPr lang="en-US" dirty="0"/>
              <a:t> logo</a:t>
            </a:r>
          </a:p>
          <a:p>
            <a:pPr marL="514350" indent="-514350">
              <a:buAutoNum type="arabicPeriod"/>
            </a:pPr>
            <a:r>
              <a:rPr lang="en-US" dirty="0"/>
              <a:t>Lag </a:t>
            </a:r>
            <a:r>
              <a:rPr lang="en-US" dirty="0" err="1"/>
              <a:t>minst</a:t>
            </a:r>
            <a:r>
              <a:rPr lang="en-US" dirty="0"/>
              <a:t> 5 </a:t>
            </a:r>
            <a:r>
              <a:rPr lang="en-US" dirty="0" err="1"/>
              <a:t>varianter</a:t>
            </a:r>
            <a:r>
              <a:rPr lang="en-US" dirty="0"/>
              <a:t> (</a:t>
            </a:r>
            <a:r>
              <a:rPr lang="en-US" dirty="0" err="1"/>
              <a:t>farge</a:t>
            </a:r>
            <a:r>
              <a:rPr lang="en-US" dirty="0"/>
              <a:t>, </a:t>
            </a:r>
            <a:r>
              <a:rPr lang="en-US" dirty="0" err="1"/>
              <a:t>størrelse</a:t>
            </a:r>
            <a:r>
              <a:rPr lang="en-US" dirty="0"/>
              <a:t>, form)</a:t>
            </a:r>
          </a:p>
          <a:p>
            <a:pPr marL="514350" indent="-514350">
              <a:buAutoNum type="arabicPeriod"/>
            </a:pP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slutten</a:t>
            </a:r>
            <a:r>
              <a:rPr lang="en-US" dirty="0"/>
              <a:t> av </a:t>
            </a:r>
            <a:r>
              <a:rPr lang="en-US" dirty="0" err="1"/>
              <a:t>dagen</a:t>
            </a:r>
            <a:r>
              <a:rPr lang="en-US" dirty="0"/>
              <a:t> </a:t>
            </a:r>
            <a:r>
              <a:rPr lang="en-US" dirty="0" err="1"/>
              <a:t>velger</a:t>
            </a:r>
            <a:r>
              <a:rPr lang="en-US" dirty="0"/>
              <a:t> du </a:t>
            </a:r>
            <a:r>
              <a:rPr lang="en-US" dirty="0" err="1"/>
              <a:t>hva</a:t>
            </a:r>
            <a:r>
              <a:rPr lang="en-US" dirty="0"/>
              <a:t> du </a:t>
            </a:r>
            <a:r>
              <a:rPr lang="en-US" dirty="0" err="1"/>
              <a:t>likte</a:t>
            </a:r>
            <a:r>
              <a:rPr lang="en-US" dirty="0"/>
              <a:t> best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bruker</a:t>
            </a:r>
            <a:r>
              <a:rPr lang="en-US" dirty="0"/>
              <a:t> det </a:t>
            </a:r>
            <a:r>
              <a:rPr lang="en-US" dirty="0" err="1"/>
              <a:t>til</a:t>
            </a:r>
            <a:r>
              <a:rPr lang="en-US" dirty="0"/>
              <a:t> den </a:t>
            </a:r>
            <a:r>
              <a:rPr lang="en-US" dirty="0" err="1"/>
              <a:t>grafiske</a:t>
            </a:r>
            <a:r>
              <a:rPr lang="en-US" dirty="0"/>
              <a:t> </a:t>
            </a:r>
            <a:r>
              <a:rPr lang="en-US" dirty="0" err="1"/>
              <a:t>profilen</a:t>
            </a:r>
          </a:p>
        </p:txBody>
      </p:sp>
    </p:spTree>
    <p:extLst>
      <p:ext uri="{BB962C8B-B14F-4D97-AF65-F5344CB8AC3E}">
        <p14:creationId xmlns:p14="http://schemas.microsoft.com/office/powerpoint/2010/main" val="2734459160"/>
      </p:ext>
    </p:extLst>
  </p:cSld>
  <p:clrMapOvr>
    <a:masterClrMapping/>
  </p:clrMapOvr>
</p:sld>
</file>

<file path=ppt/theme/theme1.xml><?xml version="1.0" encoding="utf-8"?>
<a:theme xmlns:a="http://schemas.openxmlformats.org/drawingml/2006/main" name="BlockprintVTI">
  <a:themeElements>
    <a:clrScheme name="AnalogousFromRegularSeedRightStep">
      <a:dk1>
        <a:srgbClr val="000000"/>
      </a:dk1>
      <a:lt1>
        <a:srgbClr val="FFFFFF"/>
      </a:lt1>
      <a:dk2>
        <a:srgbClr val="412924"/>
      </a:dk2>
      <a:lt2>
        <a:srgbClr val="E2E8E6"/>
      </a:lt2>
      <a:accent1>
        <a:srgbClr val="E7295A"/>
      </a:accent1>
      <a:accent2>
        <a:srgbClr val="D53617"/>
      </a:accent2>
      <a:accent3>
        <a:srgbClr val="E19226"/>
      </a:accent3>
      <a:accent4>
        <a:srgbClr val="A9A812"/>
      </a:accent4>
      <a:accent5>
        <a:srgbClr val="76B220"/>
      </a:accent5>
      <a:accent6>
        <a:srgbClr val="32BD15"/>
      </a:accent6>
      <a:hlink>
        <a:srgbClr val="31937A"/>
      </a:hlink>
      <a:folHlink>
        <a:srgbClr val="7F7F7F"/>
      </a:folHlink>
    </a:clrScheme>
    <a:fontScheme name="Custom 56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printVTI" id="{AA8C8908-6BA4-477C-AEA4-CB6C32A1FE3B}" vid="{36392749-7C1D-4938-93BB-440CD2A1B0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8182F6F8F0480498DE7DAD114A278E5" ma:contentTypeVersion="18" ma:contentTypeDescription="Opprett et nytt dokument." ma:contentTypeScope="" ma:versionID="38606219095017f61c7693821a78558b">
  <xsd:schema xmlns:xsd="http://www.w3.org/2001/XMLSchema" xmlns:xs="http://www.w3.org/2001/XMLSchema" xmlns:p="http://schemas.microsoft.com/office/2006/metadata/properties" xmlns:ns2="27cd06e8-8e2b-4eab-b578-6ee18ff152a4" xmlns:ns3="9a8bd0c8-94c0-4e76-bd03-7e285dab928e" targetNamespace="http://schemas.microsoft.com/office/2006/metadata/properties" ma:root="true" ma:fieldsID="816c0116513e4404b923314fe8b50ace" ns2:_="" ns3:_="">
    <xsd:import namespace="27cd06e8-8e2b-4eab-b578-6ee18ff152a4"/>
    <xsd:import namespace="9a8bd0c8-94c0-4e76-bd03-7e285dab928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cd06e8-8e2b-4eab-b578-6ee18ff152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Bildemerkelapper" ma:readOnly="false" ma:fieldId="{5cf76f15-5ced-4ddc-b409-7134ff3c332f}" ma:taxonomyMulti="true" ma:sspId="d2bf785b-8fef-4b70-b2f9-38d45fd2cc1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8bd0c8-94c0-4e76-bd03-7e285dab928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33b7b11-52d0-421f-89c8-2a0d078842ac}" ma:internalName="TaxCatchAll" ma:showField="CatchAllData" ma:web="9a8bd0c8-94c0-4e76-bd03-7e285dab928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B081872-59E9-41C1-9331-B290B7BDFC7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009EF7F-1E07-4F23-81B7-4702B630E49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7cd06e8-8e2b-4eab-b578-6ee18ff152a4"/>
    <ds:schemaRef ds:uri="9a8bd0c8-94c0-4e76-bd03-7e285dab928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109</Words>
  <Application>Microsoft Office PowerPoint</Application>
  <PresentationFormat>Widescreen</PresentationFormat>
  <Paragraphs>12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Avenir Next LT Pro</vt:lpstr>
      <vt:lpstr>AvenirNext LT Pro Medium</vt:lpstr>
      <vt:lpstr>Calibri</vt:lpstr>
      <vt:lpstr>BlockprintVTI</vt:lpstr>
      <vt:lpstr>Symbol-logo i Illustrator</vt:lpstr>
      <vt:lpstr>PowerPoint Presentation</vt:lpstr>
      <vt:lpstr>Oppgave for dagen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Sondre Kile Andersen</cp:lastModifiedBy>
  <cp:revision>48</cp:revision>
  <dcterms:created xsi:type="dcterms:W3CDTF">2024-09-23T21:52:52Z</dcterms:created>
  <dcterms:modified xsi:type="dcterms:W3CDTF">2024-09-25T12:35:14Z</dcterms:modified>
</cp:coreProperties>
</file>