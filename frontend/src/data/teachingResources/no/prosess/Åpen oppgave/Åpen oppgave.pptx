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>
        <p:scale>
          <a:sx n="97" d="100"/>
          <a:sy n="97" d="100"/>
        </p:scale>
        <p:origin x="496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306377-CD06-4590-908C-7B6CD698619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7E7F659-15B7-4CFB-B5F4-5DD6F3A47605}">
      <dgm:prSet/>
      <dgm:spPr/>
      <dgm:t>
        <a:bodyPr/>
        <a:lstStyle/>
        <a:p>
          <a:r>
            <a:rPr lang="en-US"/>
            <a:t>Dere skal </a:t>
          </a:r>
          <a:r>
            <a:rPr lang="en-US" u="sng"/>
            <a:t>lage deres egen oppgave</a:t>
          </a:r>
          <a:endParaRPr lang="en-US"/>
        </a:p>
      </dgm:t>
    </dgm:pt>
    <dgm:pt modelId="{6945A023-C71F-497F-AF99-EE7522AAB35C}" type="parTrans" cxnId="{AEC76A83-B568-4659-83AF-EB505DDC73B7}">
      <dgm:prSet/>
      <dgm:spPr/>
      <dgm:t>
        <a:bodyPr/>
        <a:lstStyle/>
        <a:p>
          <a:endParaRPr lang="en-US"/>
        </a:p>
      </dgm:t>
    </dgm:pt>
    <dgm:pt modelId="{B33C3CBF-6665-4493-B5B1-E37B57C24054}" type="sibTrans" cxnId="{AEC76A83-B568-4659-83AF-EB505DDC73B7}">
      <dgm:prSet/>
      <dgm:spPr/>
      <dgm:t>
        <a:bodyPr/>
        <a:lstStyle/>
        <a:p>
          <a:endParaRPr lang="en-US"/>
        </a:p>
      </dgm:t>
    </dgm:pt>
    <dgm:pt modelId="{CB6B220F-F478-4616-9DB2-163AD844F90B}">
      <dgm:prSet/>
      <dgm:spPr/>
      <dgm:t>
        <a:bodyPr/>
        <a:lstStyle/>
        <a:p>
          <a:r>
            <a:rPr lang="en-US"/>
            <a:t>Det bør være noe som forbereder dere ekstra til eksamen</a:t>
          </a:r>
        </a:p>
      </dgm:t>
    </dgm:pt>
    <dgm:pt modelId="{28266B4A-D2CE-41D0-997F-0D4B5506FC83}" type="parTrans" cxnId="{E2EE26BA-427A-4456-A88F-9479A1C863B4}">
      <dgm:prSet/>
      <dgm:spPr/>
      <dgm:t>
        <a:bodyPr/>
        <a:lstStyle/>
        <a:p>
          <a:endParaRPr lang="en-US"/>
        </a:p>
      </dgm:t>
    </dgm:pt>
    <dgm:pt modelId="{3EB920C3-948F-4B96-9D2E-290A992DE644}" type="sibTrans" cxnId="{E2EE26BA-427A-4456-A88F-9479A1C863B4}">
      <dgm:prSet/>
      <dgm:spPr/>
      <dgm:t>
        <a:bodyPr/>
        <a:lstStyle/>
        <a:p>
          <a:endParaRPr lang="en-US"/>
        </a:p>
      </dgm:t>
    </dgm:pt>
    <dgm:pt modelId="{EED805A0-8E69-4D83-B95D-AF92C33692AD}">
      <dgm:prSet/>
      <dgm:spPr/>
      <dgm:t>
        <a:bodyPr/>
        <a:lstStyle/>
        <a:p>
          <a:r>
            <a:rPr lang="en-US" dirty="0" err="1"/>
            <a:t>Prosjektet</a:t>
          </a:r>
          <a:r>
            <a:rPr lang="en-US" dirty="0"/>
            <a:t> er </a:t>
          </a:r>
          <a:r>
            <a:rPr lang="en-GB" dirty="0" err="1"/>
            <a:t>i</a:t>
          </a:r>
          <a:r>
            <a:rPr lang="en-US" dirty="0"/>
            <a:t> uke 19 </a:t>
          </a:r>
          <a:r>
            <a:rPr lang="en-US" dirty="0" err="1"/>
            <a:t>til</a:t>
          </a:r>
          <a:r>
            <a:rPr lang="en-US" dirty="0"/>
            <a:t> 21 (10 </a:t>
          </a:r>
          <a:r>
            <a:rPr lang="en-US" dirty="0" err="1"/>
            <a:t>dager</a:t>
          </a:r>
          <a:r>
            <a:rPr lang="en-US" dirty="0"/>
            <a:t>), </a:t>
          </a:r>
          <a:r>
            <a:rPr lang="en-US" dirty="0" err="1"/>
            <a:t>altså</a:t>
          </a:r>
          <a:r>
            <a:rPr lang="en-US" dirty="0"/>
            <a:t> </a:t>
          </a:r>
          <a:r>
            <a:rPr lang="en-US" dirty="0" err="1"/>
            <a:t>frem</a:t>
          </a:r>
          <a:r>
            <a:rPr lang="en-US" dirty="0"/>
            <a:t> </a:t>
          </a:r>
          <a:r>
            <a:rPr lang="en-US" dirty="0" err="1"/>
            <a:t>til</a:t>
          </a:r>
          <a:r>
            <a:rPr lang="en-US" dirty="0"/>
            <a:t> </a:t>
          </a:r>
          <a:r>
            <a:rPr lang="en-US" dirty="0" err="1"/>
            <a:t>eksamen</a:t>
          </a:r>
          <a:endParaRPr lang="en-US" dirty="0"/>
        </a:p>
      </dgm:t>
    </dgm:pt>
    <dgm:pt modelId="{C6E9195D-1AFF-40F2-A694-DE632F732F9E}" type="parTrans" cxnId="{03440FF5-41D8-4F60-8699-702EDDE7C037}">
      <dgm:prSet/>
      <dgm:spPr/>
      <dgm:t>
        <a:bodyPr/>
        <a:lstStyle/>
        <a:p>
          <a:endParaRPr lang="en-US"/>
        </a:p>
      </dgm:t>
    </dgm:pt>
    <dgm:pt modelId="{FA2B1145-6E5B-46B5-8FDF-CCD4D284D230}" type="sibTrans" cxnId="{03440FF5-41D8-4F60-8699-702EDDE7C037}">
      <dgm:prSet/>
      <dgm:spPr/>
      <dgm:t>
        <a:bodyPr/>
        <a:lstStyle/>
        <a:p>
          <a:endParaRPr lang="en-US"/>
        </a:p>
      </dgm:t>
    </dgm:pt>
    <dgm:pt modelId="{C09E1E6A-8B8F-4495-A8A9-330297FB59CE}" type="pres">
      <dgm:prSet presAssocID="{1B306377-CD06-4590-908C-7B6CD6986191}" presName="root" presStyleCnt="0">
        <dgm:presLayoutVars>
          <dgm:dir/>
          <dgm:resizeHandles val="exact"/>
        </dgm:presLayoutVars>
      </dgm:prSet>
      <dgm:spPr/>
    </dgm:pt>
    <dgm:pt modelId="{1D99AC8D-F114-4D4B-974D-F82BBABB4C92}" type="pres">
      <dgm:prSet presAssocID="{B7E7F659-15B7-4CFB-B5F4-5DD6F3A47605}" presName="compNode" presStyleCnt="0"/>
      <dgm:spPr/>
    </dgm:pt>
    <dgm:pt modelId="{D8247692-6A6B-4BD1-ABEC-F7FA1E0F950E}" type="pres">
      <dgm:prSet presAssocID="{B7E7F659-15B7-4CFB-B5F4-5DD6F3A47605}" presName="bgRect" presStyleLbl="bgShp" presStyleIdx="0" presStyleCnt="3"/>
      <dgm:spPr/>
    </dgm:pt>
    <dgm:pt modelId="{CA4452C6-9CEB-4C7C-B0A6-A7AB88300833}" type="pres">
      <dgm:prSet presAssocID="{B7E7F659-15B7-4CFB-B5F4-5DD6F3A4760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D76C647-D532-4F83-B01C-4FECAFBCFDD3}" type="pres">
      <dgm:prSet presAssocID="{B7E7F659-15B7-4CFB-B5F4-5DD6F3A47605}" presName="spaceRect" presStyleCnt="0"/>
      <dgm:spPr/>
    </dgm:pt>
    <dgm:pt modelId="{8782AA19-BC0E-4C8B-928C-7AAB0A8D7E13}" type="pres">
      <dgm:prSet presAssocID="{B7E7F659-15B7-4CFB-B5F4-5DD6F3A47605}" presName="parTx" presStyleLbl="revTx" presStyleIdx="0" presStyleCnt="3">
        <dgm:presLayoutVars>
          <dgm:chMax val="0"/>
          <dgm:chPref val="0"/>
        </dgm:presLayoutVars>
      </dgm:prSet>
      <dgm:spPr/>
    </dgm:pt>
    <dgm:pt modelId="{C23E56C8-03EB-4C14-8F22-B3DE084CB207}" type="pres">
      <dgm:prSet presAssocID="{B33C3CBF-6665-4493-B5B1-E37B57C24054}" presName="sibTrans" presStyleCnt="0"/>
      <dgm:spPr/>
    </dgm:pt>
    <dgm:pt modelId="{4F14E3D3-854A-4A71-8DFF-DD4D277286CF}" type="pres">
      <dgm:prSet presAssocID="{CB6B220F-F478-4616-9DB2-163AD844F90B}" presName="compNode" presStyleCnt="0"/>
      <dgm:spPr/>
    </dgm:pt>
    <dgm:pt modelId="{8798EB40-478C-4F90-BD9A-272768774071}" type="pres">
      <dgm:prSet presAssocID="{CB6B220F-F478-4616-9DB2-163AD844F90B}" presName="bgRect" presStyleLbl="bgShp" presStyleIdx="1" presStyleCnt="3"/>
      <dgm:spPr/>
    </dgm:pt>
    <dgm:pt modelId="{593FA1FD-3330-4130-A218-890F3311A68A}" type="pres">
      <dgm:prSet presAssocID="{CB6B220F-F478-4616-9DB2-163AD844F90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AD4CD8FF-B0B3-402D-8E43-64F35F7E18CD}" type="pres">
      <dgm:prSet presAssocID="{CB6B220F-F478-4616-9DB2-163AD844F90B}" presName="spaceRect" presStyleCnt="0"/>
      <dgm:spPr/>
    </dgm:pt>
    <dgm:pt modelId="{3911A32B-E2E9-4514-85A2-D87A3D9F75C1}" type="pres">
      <dgm:prSet presAssocID="{CB6B220F-F478-4616-9DB2-163AD844F90B}" presName="parTx" presStyleLbl="revTx" presStyleIdx="1" presStyleCnt="3">
        <dgm:presLayoutVars>
          <dgm:chMax val="0"/>
          <dgm:chPref val="0"/>
        </dgm:presLayoutVars>
      </dgm:prSet>
      <dgm:spPr/>
    </dgm:pt>
    <dgm:pt modelId="{8130BAC1-9217-4C05-8FEF-666307EDDA9C}" type="pres">
      <dgm:prSet presAssocID="{3EB920C3-948F-4B96-9D2E-290A992DE644}" presName="sibTrans" presStyleCnt="0"/>
      <dgm:spPr/>
    </dgm:pt>
    <dgm:pt modelId="{EDF1A385-B385-406C-86CD-2D97543AE479}" type="pres">
      <dgm:prSet presAssocID="{EED805A0-8E69-4D83-B95D-AF92C33692AD}" presName="compNode" presStyleCnt="0"/>
      <dgm:spPr/>
    </dgm:pt>
    <dgm:pt modelId="{D7336A57-2B18-4BC2-B7D5-4A3F38E52A8B}" type="pres">
      <dgm:prSet presAssocID="{EED805A0-8E69-4D83-B95D-AF92C33692AD}" presName="bgRect" presStyleLbl="bgShp" presStyleIdx="2" presStyleCnt="3"/>
      <dgm:spPr/>
    </dgm:pt>
    <dgm:pt modelId="{C4E26527-FA9F-4765-8F1F-D37397A6FD4F}" type="pres">
      <dgm:prSet presAssocID="{EED805A0-8E69-4D83-B95D-AF92C33692A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9DADEEEE-0ABC-4642-BD0C-FC112DDE2EA8}" type="pres">
      <dgm:prSet presAssocID="{EED805A0-8E69-4D83-B95D-AF92C33692AD}" presName="spaceRect" presStyleCnt="0"/>
      <dgm:spPr/>
    </dgm:pt>
    <dgm:pt modelId="{1DBF6DE2-33B8-4F7E-9845-762B82644828}" type="pres">
      <dgm:prSet presAssocID="{EED805A0-8E69-4D83-B95D-AF92C33692A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B671E25-1ECE-4775-B485-F56B6AF2795E}" type="presOf" srcId="{EED805A0-8E69-4D83-B95D-AF92C33692AD}" destId="{1DBF6DE2-33B8-4F7E-9845-762B82644828}" srcOrd="0" destOrd="0" presId="urn:microsoft.com/office/officeart/2018/2/layout/IconVerticalSolidList"/>
    <dgm:cxn modelId="{AEC76A83-B568-4659-83AF-EB505DDC73B7}" srcId="{1B306377-CD06-4590-908C-7B6CD6986191}" destId="{B7E7F659-15B7-4CFB-B5F4-5DD6F3A47605}" srcOrd="0" destOrd="0" parTransId="{6945A023-C71F-497F-AF99-EE7522AAB35C}" sibTransId="{B33C3CBF-6665-4493-B5B1-E37B57C24054}"/>
    <dgm:cxn modelId="{5DBDD8B7-ADD7-4A43-B984-9D7DECD05D9F}" type="presOf" srcId="{1B306377-CD06-4590-908C-7B6CD6986191}" destId="{C09E1E6A-8B8F-4495-A8A9-330297FB59CE}" srcOrd="0" destOrd="0" presId="urn:microsoft.com/office/officeart/2018/2/layout/IconVerticalSolidList"/>
    <dgm:cxn modelId="{E2EE26BA-427A-4456-A88F-9479A1C863B4}" srcId="{1B306377-CD06-4590-908C-7B6CD6986191}" destId="{CB6B220F-F478-4616-9DB2-163AD844F90B}" srcOrd="1" destOrd="0" parTransId="{28266B4A-D2CE-41D0-997F-0D4B5506FC83}" sibTransId="{3EB920C3-948F-4B96-9D2E-290A992DE644}"/>
    <dgm:cxn modelId="{5145EACA-DA98-44C2-8FE8-944537600B2E}" type="presOf" srcId="{CB6B220F-F478-4616-9DB2-163AD844F90B}" destId="{3911A32B-E2E9-4514-85A2-D87A3D9F75C1}" srcOrd="0" destOrd="0" presId="urn:microsoft.com/office/officeart/2018/2/layout/IconVerticalSolidList"/>
    <dgm:cxn modelId="{7F58D2D1-C5AC-4E87-B927-027AEC2BAD13}" type="presOf" srcId="{B7E7F659-15B7-4CFB-B5F4-5DD6F3A47605}" destId="{8782AA19-BC0E-4C8B-928C-7AAB0A8D7E13}" srcOrd="0" destOrd="0" presId="urn:microsoft.com/office/officeart/2018/2/layout/IconVerticalSolidList"/>
    <dgm:cxn modelId="{03440FF5-41D8-4F60-8699-702EDDE7C037}" srcId="{1B306377-CD06-4590-908C-7B6CD6986191}" destId="{EED805A0-8E69-4D83-B95D-AF92C33692AD}" srcOrd="2" destOrd="0" parTransId="{C6E9195D-1AFF-40F2-A694-DE632F732F9E}" sibTransId="{FA2B1145-6E5B-46B5-8FDF-CCD4D284D230}"/>
    <dgm:cxn modelId="{4D871C0C-B218-4496-8C8E-7F404CEDE953}" type="presParOf" srcId="{C09E1E6A-8B8F-4495-A8A9-330297FB59CE}" destId="{1D99AC8D-F114-4D4B-974D-F82BBABB4C92}" srcOrd="0" destOrd="0" presId="urn:microsoft.com/office/officeart/2018/2/layout/IconVerticalSolidList"/>
    <dgm:cxn modelId="{9FCD1065-7067-412D-BF89-E35E991A1B28}" type="presParOf" srcId="{1D99AC8D-F114-4D4B-974D-F82BBABB4C92}" destId="{D8247692-6A6B-4BD1-ABEC-F7FA1E0F950E}" srcOrd="0" destOrd="0" presId="urn:microsoft.com/office/officeart/2018/2/layout/IconVerticalSolidList"/>
    <dgm:cxn modelId="{CA87E6A7-FE94-4CC1-8FA7-BCEF461F6286}" type="presParOf" srcId="{1D99AC8D-F114-4D4B-974D-F82BBABB4C92}" destId="{CA4452C6-9CEB-4C7C-B0A6-A7AB88300833}" srcOrd="1" destOrd="0" presId="urn:microsoft.com/office/officeart/2018/2/layout/IconVerticalSolidList"/>
    <dgm:cxn modelId="{B18CE06D-9523-4A2F-948C-E38AA373C818}" type="presParOf" srcId="{1D99AC8D-F114-4D4B-974D-F82BBABB4C92}" destId="{FD76C647-D532-4F83-B01C-4FECAFBCFDD3}" srcOrd="2" destOrd="0" presId="urn:microsoft.com/office/officeart/2018/2/layout/IconVerticalSolidList"/>
    <dgm:cxn modelId="{7DEE98A2-30EE-44FD-9362-2A7569E325DC}" type="presParOf" srcId="{1D99AC8D-F114-4D4B-974D-F82BBABB4C92}" destId="{8782AA19-BC0E-4C8B-928C-7AAB0A8D7E13}" srcOrd="3" destOrd="0" presId="urn:microsoft.com/office/officeart/2018/2/layout/IconVerticalSolidList"/>
    <dgm:cxn modelId="{A3841741-F6F8-4F85-A40C-DB545289D794}" type="presParOf" srcId="{C09E1E6A-8B8F-4495-A8A9-330297FB59CE}" destId="{C23E56C8-03EB-4C14-8F22-B3DE084CB207}" srcOrd="1" destOrd="0" presId="urn:microsoft.com/office/officeart/2018/2/layout/IconVerticalSolidList"/>
    <dgm:cxn modelId="{8A9986B1-944F-45A6-BCEC-B57D4487ACDA}" type="presParOf" srcId="{C09E1E6A-8B8F-4495-A8A9-330297FB59CE}" destId="{4F14E3D3-854A-4A71-8DFF-DD4D277286CF}" srcOrd="2" destOrd="0" presId="urn:microsoft.com/office/officeart/2018/2/layout/IconVerticalSolidList"/>
    <dgm:cxn modelId="{EA090621-658F-44DC-84A5-552C11E46028}" type="presParOf" srcId="{4F14E3D3-854A-4A71-8DFF-DD4D277286CF}" destId="{8798EB40-478C-4F90-BD9A-272768774071}" srcOrd="0" destOrd="0" presId="urn:microsoft.com/office/officeart/2018/2/layout/IconVerticalSolidList"/>
    <dgm:cxn modelId="{AA156080-8F80-461B-B0BE-A8FB155BD17D}" type="presParOf" srcId="{4F14E3D3-854A-4A71-8DFF-DD4D277286CF}" destId="{593FA1FD-3330-4130-A218-890F3311A68A}" srcOrd="1" destOrd="0" presId="urn:microsoft.com/office/officeart/2018/2/layout/IconVerticalSolidList"/>
    <dgm:cxn modelId="{EC3856DE-5444-4735-BC66-328071E3A6D6}" type="presParOf" srcId="{4F14E3D3-854A-4A71-8DFF-DD4D277286CF}" destId="{AD4CD8FF-B0B3-402D-8E43-64F35F7E18CD}" srcOrd="2" destOrd="0" presId="urn:microsoft.com/office/officeart/2018/2/layout/IconVerticalSolidList"/>
    <dgm:cxn modelId="{26408D6F-59B3-4F2B-B83A-A202EEC21E24}" type="presParOf" srcId="{4F14E3D3-854A-4A71-8DFF-DD4D277286CF}" destId="{3911A32B-E2E9-4514-85A2-D87A3D9F75C1}" srcOrd="3" destOrd="0" presId="urn:microsoft.com/office/officeart/2018/2/layout/IconVerticalSolidList"/>
    <dgm:cxn modelId="{4C1E82D4-4605-469F-AF5D-E8F3E01886CC}" type="presParOf" srcId="{C09E1E6A-8B8F-4495-A8A9-330297FB59CE}" destId="{8130BAC1-9217-4C05-8FEF-666307EDDA9C}" srcOrd="3" destOrd="0" presId="urn:microsoft.com/office/officeart/2018/2/layout/IconVerticalSolidList"/>
    <dgm:cxn modelId="{C89DE952-CB42-4A24-A2AA-9EA36C061656}" type="presParOf" srcId="{C09E1E6A-8B8F-4495-A8A9-330297FB59CE}" destId="{EDF1A385-B385-406C-86CD-2D97543AE479}" srcOrd="4" destOrd="0" presId="urn:microsoft.com/office/officeart/2018/2/layout/IconVerticalSolidList"/>
    <dgm:cxn modelId="{E83C56FF-9EE5-4DB6-AA7B-EB71D4F36AFF}" type="presParOf" srcId="{EDF1A385-B385-406C-86CD-2D97543AE479}" destId="{D7336A57-2B18-4BC2-B7D5-4A3F38E52A8B}" srcOrd="0" destOrd="0" presId="urn:microsoft.com/office/officeart/2018/2/layout/IconVerticalSolidList"/>
    <dgm:cxn modelId="{6A400E85-1FCD-442A-825F-4370E0E72430}" type="presParOf" srcId="{EDF1A385-B385-406C-86CD-2D97543AE479}" destId="{C4E26527-FA9F-4765-8F1F-D37397A6FD4F}" srcOrd="1" destOrd="0" presId="urn:microsoft.com/office/officeart/2018/2/layout/IconVerticalSolidList"/>
    <dgm:cxn modelId="{B5276A5D-7384-484B-88D6-7AA417DC7CD2}" type="presParOf" srcId="{EDF1A385-B385-406C-86CD-2D97543AE479}" destId="{9DADEEEE-0ABC-4642-BD0C-FC112DDE2EA8}" srcOrd="2" destOrd="0" presId="urn:microsoft.com/office/officeart/2018/2/layout/IconVerticalSolidList"/>
    <dgm:cxn modelId="{C0D8D5BC-1536-4721-8662-4F8000553C09}" type="presParOf" srcId="{EDF1A385-B385-406C-86CD-2D97543AE479}" destId="{1DBF6DE2-33B8-4F7E-9845-762B8264482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247692-6A6B-4BD1-ABEC-F7FA1E0F950E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4452C6-9CEB-4C7C-B0A6-A7AB88300833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82AA19-BC0E-4C8B-928C-7AAB0A8D7E13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Dere skal </a:t>
          </a:r>
          <a:r>
            <a:rPr lang="en-US" sz="2500" u="sng" kern="1200"/>
            <a:t>lage deres egen oppgave</a:t>
          </a:r>
          <a:endParaRPr lang="en-US" sz="2500" kern="1200"/>
        </a:p>
      </dsp:txBody>
      <dsp:txXfrm>
        <a:off x="1939533" y="717"/>
        <a:ext cx="4362067" cy="1679249"/>
      </dsp:txXfrm>
    </dsp:sp>
    <dsp:sp modelId="{8798EB40-478C-4F90-BD9A-272768774071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3FA1FD-3330-4130-A218-890F3311A68A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1A32B-E2E9-4514-85A2-D87A3D9F75C1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Det bør være noe som forbereder dere ekstra til eksamen</a:t>
          </a:r>
        </a:p>
      </dsp:txBody>
      <dsp:txXfrm>
        <a:off x="1939533" y="2099779"/>
        <a:ext cx="4362067" cy="1679249"/>
      </dsp:txXfrm>
    </dsp:sp>
    <dsp:sp modelId="{D7336A57-2B18-4BC2-B7D5-4A3F38E52A8B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E26527-FA9F-4765-8F1F-D37397A6FD4F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BF6DE2-33B8-4F7E-9845-762B82644828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Prosjektet</a:t>
          </a:r>
          <a:r>
            <a:rPr lang="en-US" sz="2500" kern="1200" dirty="0"/>
            <a:t> er </a:t>
          </a:r>
          <a:r>
            <a:rPr lang="en-GB" sz="2500" kern="1200" dirty="0" err="1"/>
            <a:t>i</a:t>
          </a:r>
          <a:r>
            <a:rPr lang="en-US" sz="2500" kern="1200" dirty="0"/>
            <a:t> uke 19 </a:t>
          </a:r>
          <a:r>
            <a:rPr lang="en-US" sz="2500" kern="1200" dirty="0" err="1"/>
            <a:t>til</a:t>
          </a:r>
          <a:r>
            <a:rPr lang="en-US" sz="2500" kern="1200" dirty="0"/>
            <a:t> 21 (10 </a:t>
          </a:r>
          <a:r>
            <a:rPr lang="en-US" sz="2500" kern="1200" dirty="0" err="1"/>
            <a:t>dager</a:t>
          </a:r>
          <a:r>
            <a:rPr lang="en-US" sz="2500" kern="1200" dirty="0"/>
            <a:t>), </a:t>
          </a:r>
          <a:r>
            <a:rPr lang="en-US" sz="2500" kern="1200" dirty="0" err="1"/>
            <a:t>altså</a:t>
          </a:r>
          <a:r>
            <a:rPr lang="en-US" sz="2500" kern="1200" dirty="0"/>
            <a:t> </a:t>
          </a:r>
          <a:r>
            <a:rPr lang="en-US" sz="2500" kern="1200" dirty="0" err="1"/>
            <a:t>frem</a:t>
          </a:r>
          <a:r>
            <a:rPr lang="en-US" sz="2500" kern="1200" dirty="0"/>
            <a:t> </a:t>
          </a:r>
          <a:r>
            <a:rPr lang="en-US" sz="2500" kern="1200" dirty="0" err="1"/>
            <a:t>til</a:t>
          </a:r>
          <a:r>
            <a:rPr lang="en-US" sz="2500" kern="1200" dirty="0"/>
            <a:t> </a:t>
          </a:r>
          <a:r>
            <a:rPr lang="en-US" sz="2500" kern="1200" dirty="0" err="1"/>
            <a:t>eksamen</a:t>
          </a:r>
          <a:endParaRPr lang="en-US" sz="2500" kern="1200" dirty="0"/>
        </a:p>
      </dsp:txBody>
      <dsp:txXfrm>
        <a:off x="1939533" y="4198841"/>
        <a:ext cx="4362067" cy="167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F686-61FE-F88B-B16D-4C6A882B5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51E98-5BF7-F4B8-76EA-672005CF1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D82A3-1A3D-DD3C-BBB2-8A07A532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913A-5FEA-4042-A828-91A3B27B9715}" type="datetimeFigureOut">
              <a:rPr lang="en-NO" smtClean="0"/>
              <a:t>03/05/2024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400F1-6A80-F8F3-620A-62AD3ABE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B13C-4A43-E6B0-EAC4-4FB5ABC6C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75C-CAA4-F244-9665-5F57E8D62D3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296911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339B3-C2EB-F10C-E525-A763E658E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7CDC6-C0D8-7876-BDEA-C207BD7FA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90B92-21A3-83CD-F0B9-3199D3AD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913A-5FEA-4042-A828-91A3B27B9715}" type="datetimeFigureOut">
              <a:rPr lang="en-NO" smtClean="0"/>
              <a:t>03/05/2024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AB04D-2878-C8E8-3F81-BA86C69BC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201AE-25C7-72E6-7EBA-B087DD5D6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75C-CAA4-F244-9665-5F57E8D62D3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42047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3941A-9DC8-6170-F617-A03131F5A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77446-B44D-0E98-914E-4CD0038E7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AD36E-D711-040F-BE00-37B090C6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913A-5FEA-4042-A828-91A3B27B9715}" type="datetimeFigureOut">
              <a:rPr lang="en-NO" smtClean="0"/>
              <a:t>03/05/2024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E51D4-933F-7210-D59A-CD0D8E918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DCA4C-8661-7BA1-B052-D7CD61C8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75C-CAA4-F244-9665-5F57E8D62D3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06395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5D5-6D14-B0B1-13F1-41E1015C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9084A-82EB-E48A-BF49-81757075BD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873B0-6BD6-4111-59DC-CF2091505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E53B9-C4C4-50F6-2077-AE855BE00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913A-5FEA-4042-A828-91A3B27B9715}" type="datetimeFigureOut">
              <a:rPr lang="en-NO" smtClean="0"/>
              <a:t>03/05/2024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A74ED-699E-2E64-4F89-4BCF478E6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83AA8-159B-449B-448D-1EFAE982D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75C-CAA4-F244-9665-5F57E8D62D3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785036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0C61-1ACB-8AA0-7F22-473F48934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5550A-D962-62F8-9294-250CE1E1D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007F0-8E7E-AAA4-44D7-BFFDD2C7C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ABAAC4-847C-CCFA-C4DF-F6D4208D7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BDE8D4-EF53-48ED-988D-822CDD783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28F43-B6ED-A7AA-096F-29EF95D7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913A-5FEA-4042-A828-91A3B27B9715}" type="datetimeFigureOut">
              <a:rPr lang="en-NO" smtClean="0"/>
              <a:t>03/05/2024</a:t>
            </a:fld>
            <a:endParaRPr lang="en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E0B0F8-AC39-5F1E-DAC1-B4C1CD3C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D4A534-E82A-9FC7-AD4A-41C34A42C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75C-CAA4-F244-9665-5F57E8D62D3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000583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82B4F-44FD-3396-EAD9-FB909846E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82EE57-2770-04C6-9726-68C9CB55B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913A-5FEA-4042-A828-91A3B27B9715}" type="datetimeFigureOut">
              <a:rPr lang="en-NO" smtClean="0"/>
              <a:t>03/05/2024</a:t>
            </a:fld>
            <a:endParaRPr lang="en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BF1B1-93A8-605A-D79A-C517E19B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4CA46F-9052-4E9D-308C-4BA5CDE5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75C-CAA4-F244-9665-5F57E8D62D3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75598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DE3960-686C-130D-26A2-C8C75D1A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913A-5FEA-4042-A828-91A3B27B9715}" type="datetimeFigureOut">
              <a:rPr lang="en-NO" smtClean="0"/>
              <a:t>03/05/2024</a:t>
            </a:fld>
            <a:endParaRPr lang="en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D79326-AF61-950D-0FD0-4D0C05BFE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E7731-2601-B18A-AD4A-18539B5C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75C-CAA4-F244-9665-5F57E8D62D3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201562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B8086-25E1-C560-053C-C73CDA9F3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83B93-EEDD-63FA-CECF-7CF888C5F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74369-5289-9954-9AB1-953F778A1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0443C-9E6A-4217-C5CD-136790072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913A-5FEA-4042-A828-91A3B27B9715}" type="datetimeFigureOut">
              <a:rPr lang="en-NO" smtClean="0"/>
              <a:t>03/05/2024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B904F-3D5E-1376-A967-8CDF46D02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A9FAD-4FFF-4539-55B1-AB701C8E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75C-CAA4-F244-9665-5F57E8D62D3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96761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9E7EF-CCE8-BBCC-84DC-EF49C2E83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FCE584-DBAF-91DF-45F4-204001BD4E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242F5-B39B-2D14-98A3-6C5633A99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F90AB-FE3E-C08F-76BE-8D0B5727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913A-5FEA-4042-A828-91A3B27B9715}" type="datetimeFigureOut">
              <a:rPr lang="en-NO" smtClean="0"/>
              <a:t>03/05/2024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14D0A-C195-AFB4-7367-2D49C0F7A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3D441-744F-FAD8-CA70-ED4FE5F36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75C-CAA4-F244-9665-5F57E8D62D3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923353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9053-5107-462B-0B5E-6E8AE020E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C3C72-E539-F473-39B6-14530C220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956EB-C437-5931-A784-FF97537A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913A-5FEA-4042-A828-91A3B27B9715}" type="datetimeFigureOut">
              <a:rPr lang="en-NO" smtClean="0"/>
              <a:t>03/05/2024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90B02-81B3-3993-877C-18E86417F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0ED8A-7B8C-4E5A-EC6A-A065F874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75C-CAA4-F244-9665-5F57E8D62D3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265907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BF76F9-2592-259B-2490-1BAE5C287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FB313-CB22-16F3-2064-F5B066A36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0DDE7-ED7E-AF6C-CDEF-EC5527B95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913A-5FEA-4042-A828-91A3B27B9715}" type="datetimeFigureOut">
              <a:rPr lang="en-NO" smtClean="0"/>
              <a:t>03/05/2024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BBAE6-9187-F624-63DC-D34A3D4F6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A57F2-3A99-0FFA-AE6C-109F0F79E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75C-CAA4-F244-9665-5F57E8D62D3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8589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6D6771-E99E-77D9-862D-FF1FBA7B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E23BF-152F-A52C-899B-3824ED36C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A0116-184D-AD59-C326-22F62EE59F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E913A-5FEA-4042-A828-91A3B27B9715}" type="datetimeFigureOut">
              <a:rPr lang="en-NO" smtClean="0"/>
              <a:t>03/05/2024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E99CA-BF53-8702-B9DA-F2EEAF37CA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3FB7E-F8C9-07CE-983F-2A52F7BBD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FE75C-CAA4-F244-9665-5F57E8D62D3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893970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DA3374-3252-40E2-D560-F61DF6772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NO" sz="8000" dirty="0">
                <a:solidFill>
                  <a:srgbClr val="FFFFFF"/>
                </a:solidFill>
              </a:rPr>
              <a:t>Åpen </a:t>
            </a:r>
            <a:br>
              <a:rPr lang="en-NO" sz="8000" dirty="0">
                <a:solidFill>
                  <a:srgbClr val="FFFFFF"/>
                </a:solidFill>
              </a:rPr>
            </a:br>
            <a:r>
              <a:rPr lang="en-NO" sz="8000" dirty="0">
                <a:solidFill>
                  <a:srgbClr val="FFFFFF"/>
                </a:solidFill>
              </a:rPr>
              <a:t>Oppgave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63835-C138-8103-C7BF-0D0796A23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NO" sz="2000">
                <a:solidFill>
                  <a:srgbClr val="FFFFFF"/>
                </a:solidFill>
              </a:rPr>
              <a:t>Uke 19-21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33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77B9F-1578-F673-2645-AC8039386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NO" dirty="0">
                <a:solidFill>
                  <a:schemeClr val="bg1"/>
                </a:solidFill>
              </a:rPr>
              <a:t>Åpen Oppgave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0CEB86B-48A0-8D24-7C47-C74B35AD43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004573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6745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calendar with a schedule&#10;&#10;Description automatically generated with medium confidence">
            <a:extLst>
              <a:ext uri="{FF2B5EF4-FFF2-40B4-BE49-F238E27FC236}">
                <a16:creationId xmlns:a16="http://schemas.microsoft.com/office/drawing/2014/main" id="{06E874FF-33D2-B387-F564-4CA3626CB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17" y="240826"/>
            <a:ext cx="11643765" cy="637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314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97274-A0F5-8A2F-9011-75FFD9EED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Definere oppgaven som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77324-1B82-05E6-EBED-8FEE5564B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b-NO" sz="1800" dirty="0">
                <a:effectLst/>
                <a:latin typeface="Calibri" panose="020F0502020204030204" pitchFamily="34" charset="0"/>
              </a:rPr>
              <a:t>Bruk </a:t>
            </a:r>
            <a:r>
              <a:rPr lang="nb-NO" sz="1800" b="1" dirty="0">
                <a:effectLst/>
                <a:latin typeface="Calibri" panose="020F0502020204030204" pitchFamily="34" charset="0"/>
              </a:rPr>
              <a:t>case som i prøveeksamen</a:t>
            </a:r>
            <a:r>
              <a:rPr lang="nb-NO" sz="1800" dirty="0">
                <a:effectLst/>
                <a:latin typeface="Calibri" panose="020F0502020204030204" pitchFamily="34" charset="0"/>
              </a:rPr>
              <a:t> for å lage deres egen oppgave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nb-NO" sz="1800" dirty="0"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b-NO" sz="1800" dirty="0">
                <a:effectLst/>
                <a:latin typeface="Calibri" panose="020F0502020204030204" pitchFamily="34" charset="0"/>
              </a:rPr>
              <a:t>Svar på spørsmålene under. Levers på ItsLearning 11:25. Men først skal den godkjennes av lærer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nb-NO" sz="1800" dirty="0">
              <a:effectLst/>
              <a:latin typeface="Calibri" panose="020F0502020204030204" pitchFamily="34" charset="0"/>
            </a:endParaRPr>
          </a:p>
          <a:p>
            <a:pPr marL="0" indent="0" rtl="0" font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nb-NO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1. Hvilken stilling har jeg, og hvilken bransje/firma jobber jeg for?</a:t>
            </a:r>
          </a:p>
          <a:p>
            <a:pPr marL="0" indent="0" rtl="0" font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nb-NO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2. Hva går oppdraget ut på?</a:t>
            </a:r>
          </a:p>
          <a:p>
            <a:pPr marL="0" indent="0" rtl="0" font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nb-NO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3. Hvilken type produkt lager jeg, og hva er formålet med produktet?</a:t>
            </a:r>
          </a:p>
          <a:p>
            <a:pPr marL="0" indent="0" rtl="0" font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nb-NO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4. Hvor skal produktet publiseres?</a:t>
            </a:r>
          </a:p>
          <a:p>
            <a:pPr marL="0" indent="0" rtl="0" font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nb-NO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5. Hvilken arbeidsprosess vil jeg ha og hvordan dokumenterer jeg denne?</a:t>
            </a:r>
          </a:p>
          <a:p>
            <a:pPr marL="0" indent="0" rtl="0" font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nb-NO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6. Hva skal jeg lære av å gjøre oppgaven?</a:t>
            </a:r>
          </a:p>
          <a:p>
            <a:pPr marL="0" indent="0">
              <a:buNone/>
            </a:pP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589914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riller oppå en bok">
            <a:extLst>
              <a:ext uri="{FF2B5EF4-FFF2-40B4-BE49-F238E27FC236}">
                <a16:creationId xmlns:a16="http://schemas.microsoft.com/office/drawing/2014/main" id="{E22B002E-8F79-B21A-DA2E-85C3C3F8D0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02" r="36534" b="-1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E5ED9C-E636-2019-EE8B-BD8BBA4E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NO" sz="4000" dirty="0"/>
              <a:t>Definere oppgaven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88C06-D682-3CB2-D2ED-F79549A93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NO" sz="2000"/>
              <a:t>Vi lærere kommer til å gi tydligere rammer til deres definerte oppgave som dere må følge</a:t>
            </a:r>
          </a:p>
          <a:p>
            <a:pPr marL="0" indent="0">
              <a:buNone/>
            </a:pPr>
            <a:endParaRPr lang="en-NO" sz="2000"/>
          </a:p>
          <a:p>
            <a:pPr marL="0" indent="0">
              <a:buNone/>
            </a:pPr>
            <a:r>
              <a:rPr lang="en-NO" sz="2000"/>
              <a:t>Så oppgaven blir definert av både dere elever og oss lærere</a:t>
            </a:r>
          </a:p>
        </p:txBody>
      </p:sp>
    </p:spTree>
    <p:extLst>
      <p:ext uri="{BB962C8B-B14F-4D97-AF65-F5344CB8AC3E}">
        <p14:creationId xmlns:p14="http://schemas.microsoft.com/office/powerpoint/2010/main" val="1228281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277940B-7F30-4A86-B577-C158694B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F9DA746-D972-3BCE-8EEC-1506E30C4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612" y="1018723"/>
            <a:ext cx="4080477" cy="825951"/>
          </a:xfrm>
        </p:spPr>
        <p:txBody>
          <a:bodyPr anchor="t">
            <a:normAutofit fontScale="90000"/>
          </a:bodyPr>
          <a:lstStyle/>
          <a:p>
            <a:r>
              <a:rPr lang="en-NO" sz="2800" dirty="0"/>
              <a:t>Hvordan dokumentere prosess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B7029-8327-65D6-D415-3529703BA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612" y="2031999"/>
            <a:ext cx="4531711" cy="3783015"/>
          </a:xfrm>
        </p:spPr>
        <p:txBody>
          <a:bodyPr anchor="t">
            <a:normAutofit/>
          </a:bodyPr>
          <a:lstStyle/>
          <a:p>
            <a:pPr marL="0" indent="0" rtl="0" font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nb-NO" sz="1800" dirty="0">
                <a:effectLst/>
                <a:latin typeface="Calibri" panose="020F0502020204030204" pitchFamily="34" charset="0"/>
              </a:rPr>
              <a:t>Dokumentasjon </a:t>
            </a:r>
            <a:r>
              <a:rPr lang="nb-NO" sz="1800" dirty="0">
                <a:solidFill>
                  <a:schemeClr val="accent2"/>
                </a:solidFill>
                <a:effectLst/>
                <a:latin typeface="Calibri" panose="020F0502020204030204" pitchFamily="34" charset="0"/>
              </a:rPr>
              <a:t>leveres tirsdag neste uke</a:t>
            </a:r>
            <a:r>
              <a:rPr lang="nb-NO" sz="1800" dirty="0">
                <a:effectLst/>
                <a:latin typeface="Calibri" panose="020F0502020204030204" pitchFamily="34" charset="0"/>
              </a:rPr>
              <a:t>, 30. April,  11:25</a:t>
            </a:r>
          </a:p>
          <a:p>
            <a:pPr marL="0" indent="0" rtl="0" fontAlgn="ctr">
              <a:spcBef>
                <a:spcPts val="0"/>
              </a:spcBef>
              <a:spcAft>
                <a:spcPts val="600"/>
              </a:spcAft>
              <a:buNone/>
            </a:pPr>
            <a:endParaRPr lang="nb-NO" sz="1800" dirty="0">
              <a:latin typeface="Calibri" panose="020F0502020204030204" pitchFamily="34" charset="0"/>
            </a:endParaRPr>
          </a:p>
          <a:p>
            <a:pPr marL="0" indent="0" rtl="0" font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nb-NO" sz="1800" dirty="0">
                <a:effectLst/>
                <a:latin typeface="Calibri" panose="020F0502020204030204" pitchFamily="34" charset="0"/>
              </a:rPr>
              <a:t>Ideutvikling </a:t>
            </a:r>
          </a:p>
          <a:p>
            <a:pPr fontAlgn="ctr">
              <a:spcBef>
                <a:spcPts val="0"/>
              </a:spcBef>
              <a:spcAft>
                <a:spcPts val="600"/>
              </a:spcAft>
            </a:pPr>
            <a:r>
              <a:rPr lang="nb-NO" sz="1800" dirty="0">
                <a:effectLst/>
                <a:latin typeface="Calibri" panose="020F0502020204030204" pitchFamily="34" charset="0"/>
              </a:rPr>
              <a:t>ABC-metoden, </a:t>
            </a:r>
            <a:r>
              <a:rPr lang="nb-NO" sz="1800" dirty="0" err="1">
                <a:effectLst/>
                <a:latin typeface="Calibri" panose="020F0502020204030204" pitchFamily="34" charset="0"/>
              </a:rPr>
              <a:t>post-Its</a:t>
            </a:r>
            <a:r>
              <a:rPr lang="nb-NO" sz="1800" dirty="0">
                <a:effectLst/>
                <a:latin typeface="Calibri" panose="020F0502020204030204" pitchFamily="34" charset="0"/>
              </a:rPr>
              <a:t>, tankekart, </a:t>
            </a:r>
            <a:r>
              <a:rPr lang="nb-NO" sz="1800" dirty="0" err="1">
                <a:effectLst/>
                <a:latin typeface="Calibri" panose="020F0502020204030204" pitchFamily="34" charset="0"/>
              </a:rPr>
              <a:t>moodboard</a:t>
            </a:r>
            <a:endParaRPr lang="nb-NO" sz="1800" dirty="0">
              <a:effectLst/>
              <a:latin typeface="Calibri" panose="020F0502020204030204" pitchFamily="34" charset="0"/>
            </a:endParaRPr>
          </a:p>
          <a:p>
            <a:pPr marL="0" indent="0" fontAlgn="ctr">
              <a:spcBef>
                <a:spcPts val="0"/>
              </a:spcBef>
              <a:spcAft>
                <a:spcPts val="600"/>
              </a:spcAft>
              <a:buNone/>
            </a:pPr>
            <a:endParaRPr lang="nb-NO" sz="1800" dirty="0">
              <a:effectLst/>
              <a:latin typeface="Calibri" panose="020F0502020204030204" pitchFamily="34" charset="0"/>
            </a:endParaRPr>
          </a:p>
          <a:p>
            <a:pPr marL="0" indent="0" rtl="0" font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nb-NO" sz="1800" dirty="0">
                <a:effectLst/>
                <a:latin typeface="Calibri" panose="020F0502020204030204" pitchFamily="34" charset="0"/>
              </a:rPr>
              <a:t>Skisser </a:t>
            </a:r>
          </a:p>
          <a:p>
            <a:pPr fontAlgn="ctr">
              <a:spcBef>
                <a:spcPts val="0"/>
              </a:spcBef>
              <a:spcAft>
                <a:spcPts val="600"/>
              </a:spcAft>
            </a:pPr>
            <a:r>
              <a:rPr lang="nb-NO" sz="1800" dirty="0">
                <a:latin typeface="Calibri" panose="020F0502020204030204" pitchFamily="34" charset="0"/>
              </a:rPr>
              <a:t>D</a:t>
            </a:r>
            <a:r>
              <a:rPr lang="nb-NO" sz="1800" dirty="0">
                <a:effectLst/>
                <a:latin typeface="Calibri" panose="020F0502020204030204" pitchFamily="34" charset="0"/>
              </a:rPr>
              <a:t>igitale utkast, ubrukte ideer</a:t>
            </a:r>
          </a:p>
          <a:p>
            <a:pPr marL="0" indent="0" fontAlgn="ctr">
              <a:spcBef>
                <a:spcPts val="0"/>
              </a:spcBef>
              <a:spcAft>
                <a:spcPts val="600"/>
              </a:spcAft>
              <a:buNone/>
            </a:pPr>
            <a:endParaRPr lang="nb-NO" sz="1800" dirty="0">
              <a:effectLst/>
              <a:latin typeface="Calibri" panose="020F0502020204030204" pitchFamily="34" charset="0"/>
            </a:endParaRPr>
          </a:p>
          <a:p>
            <a:pPr marL="0" indent="0" rtl="0" font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nb-NO" sz="1800" dirty="0">
                <a:effectLst/>
                <a:latin typeface="Calibri" panose="020F0502020204030204" pitchFamily="34" charset="0"/>
              </a:rPr>
              <a:t>Planlegging </a:t>
            </a:r>
          </a:p>
          <a:p>
            <a:pPr fontAlgn="ctr">
              <a:spcBef>
                <a:spcPts val="0"/>
              </a:spcBef>
              <a:spcAft>
                <a:spcPts val="600"/>
              </a:spcAft>
            </a:pPr>
            <a:r>
              <a:rPr lang="nb-NO" sz="1800" dirty="0" err="1">
                <a:effectLst/>
                <a:latin typeface="Calibri" panose="020F0502020204030204" pitchFamily="34" charset="0"/>
              </a:rPr>
              <a:t>Storyboard</a:t>
            </a:r>
            <a:r>
              <a:rPr lang="nb-NO" sz="1800" dirty="0">
                <a:effectLst/>
                <a:latin typeface="Calibri" panose="020F0502020204030204" pitchFamily="34" charset="0"/>
              </a:rPr>
              <a:t>, </a:t>
            </a:r>
            <a:r>
              <a:rPr lang="nb-NO" sz="1800" dirty="0" err="1">
                <a:effectLst/>
                <a:latin typeface="Calibri" panose="020F0502020204030204" pitchFamily="34" charset="0"/>
              </a:rPr>
              <a:t>shotlist</a:t>
            </a:r>
            <a:endParaRPr lang="nb-NO" sz="1800" dirty="0">
              <a:effectLst/>
              <a:latin typeface="Calibri" panose="020F0502020204030204" pitchFamily="34" charset="0"/>
            </a:endParaRPr>
          </a:p>
        </p:txBody>
      </p:sp>
      <p:pic>
        <p:nvPicPr>
          <p:cNvPr id="6" name="Picture 8" descr="Lag tankekart til musikk - Konseptutvikling og kommunikasjon - NDLA">
            <a:extLst>
              <a:ext uri="{FF2B5EF4-FFF2-40B4-BE49-F238E27FC236}">
                <a16:creationId xmlns:a16="http://schemas.microsoft.com/office/drawing/2014/main" id="{505FF5C6-64E0-4C44-FE3C-898AAA3A3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108217"/>
            <a:ext cx="2343938" cy="1664195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Online learning | Storyboarding | ACMI: Your museum of screen culture">
            <a:extLst>
              <a:ext uri="{FF2B5EF4-FFF2-40B4-BE49-F238E27FC236}">
                <a16:creationId xmlns:a16="http://schemas.microsoft.com/office/drawing/2014/main" id="{3A75DD69-3242-896B-0737-782194FD2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49495" y="1143013"/>
            <a:ext cx="2345008" cy="1594605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New Yorkers build walls of sticky notes in defiance of Trump - Brainerd  Dispatch | News, weather, sports from Brainerd and Baxter">
            <a:extLst>
              <a:ext uri="{FF2B5EF4-FFF2-40B4-BE49-F238E27FC236}">
                <a16:creationId xmlns:a16="http://schemas.microsoft.com/office/drawing/2014/main" id="{F7DE05E5-6F63-2D62-2B30-11A5C1656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2975403"/>
            <a:ext cx="2345008" cy="1565293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Best mood board account for visual inspiration">
            <a:extLst>
              <a:ext uri="{FF2B5EF4-FFF2-40B4-BE49-F238E27FC236}">
                <a16:creationId xmlns:a16="http://schemas.microsoft.com/office/drawing/2014/main" id="{57BBF18F-62E5-1AC5-B4B2-FEC323128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56379" y="3098515"/>
            <a:ext cx="2345008" cy="1319067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841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3219</TotalTime>
  <Words>201</Words>
  <Application>Microsoft Macintosh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Åpen  Oppgave</vt:lpstr>
      <vt:lpstr>Åpen Oppgave</vt:lpstr>
      <vt:lpstr>PowerPoint Presentation</vt:lpstr>
      <vt:lpstr>Definere oppgaven som case</vt:lpstr>
      <vt:lpstr>Definere oppgaven</vt:lpstr>
      <vt:lpstr>Hvordan dokumentere prosess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Åpen  Oppgave</dc:title>
  <dc:creator>Sondre Kile Andersen</dc:creator>
  <cp:lastModifiedBy>Sondre Kile Andersen</cp:lastModifiedBy>
  <cp:revision>1</cp:revision>
  <dcterms:created xsi:type="dcterms:W3CDTF">2024-05-03T05:49:57Z</dcterms:created>
  <dcterms:modified xsi:type="dcterms:W3CDTF">2024-05-05T11:29:57Z</dcterms:modified>
</cp:coreProperties>
</file>