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68" r:id="rId3"/>
    <p:sldId id="257" r:id="rId4"/>
    <p:sldId id="258" r:id="rId5"/>
    <p:sldId id="259" r:id="rId6"/>
    <p:sldId id="269" r:id="rId7"/>
    <p:sldId id="260" r:id="rId8"/>
    <p:sldId id="270" r:id="rId9"/>
    <p:sldId id="271" r:id="rId10"/>
    <p:sldId id="273" r:id="rId11"/>
    <p:sldId id="274" r:id="rId12"/>
    <p:sldId id="276" r:id="rId13"/>
    <p:sldId id="275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C036C-04AD-8C42-ADDB-D36EEAC6258D}" v="26" dt="2023-09-29T09:37:21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6993"/>
  </p:normalViewPr>
  <p:slideViewPr>
    <p:cSldViewPr snapToGrid="0">
      <p:cViewPr varScale="1">
        <p:scale>
          <a:sx n="111" d="100"/>
          <a:sy n="11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re Kile Andersen" userId="a67d4fdd-2c95-4883-804f-8090d5ac36d9" providerId="ADAL" clId="{184C036C-04AD-8C42-ADDB-D36EEAC6258D}"/>
    <pc:docChg chg="undo custSel addSld delSld modSld sldOrd">
      <pc:chgData name="Sondre Kile Andersen" userId="a67d4fdd-2c95-4883-804f-8090d5ac36d9" providerId="ADAL" clId="{184C036C-04AD-8C42-ADDB-D36EEAC6258D}" dt="2023-10-10T10:19:35.452" v="1825" actId="20578"/>
      <pc:docMkLst>
        <pc:docMk/>
      </pc:docMkLst>
      <pc:sldChg chg="modSp mod">
        <pc:chgData name="Sondre Kile Andersen" userId="a67d4fdd-2c95-4883-804f-8090d5ac36d9" providerId="ADAL" clId="{184C036C-04AD-8C42-ADDB-D36EEAC6258D}" dt="2023-09-26T05:03:53.736" v="38" actId="20577"/>
        <pc:sldMkLst>
          <pc:docMk/>
          <pc:sldMk cId="3289181019" sldId="258"/>
        </pc:sldMkLst>
        <pc:spChg chg="mod">
          <ac:chgData name="Sondre Kile Andersen" userId="a67d4fdd-2c95-4883-804f-8090d5ac36d9" providerId="ADAL" clId="{184C036C-04AD-8C42-ADDB-D36EEAC6258D}" dt="2023-09-26T05:03:53.736" v="38" actId="20577"/>
          <ac:spMkLst>
            <pc:docMk/>
            <pc:sldMk cId="3289181019" sldId="258"/>
            <ac:spMk id="2" creationId="{52599F47-DEA2-608A-51F2-CF77CC65F0DF}"/>
          </ac:spMkLst>
        </pc:spChg>
      </pc:sldChg>
      <pc:sldChg chg="modSp mod">
        <pc:chgData name="Sondre Kile Andersen" userId="a67d4fdd-2c95-4883-804f-8090d5ac36d9" providerId="ADAL" clId="{184C036C-04AD-8C42-ADDB-D36EEAC6258D}" dt="2023-09-26T05:03:57.493" v="41" actId="20577"/>
        <pc:sldMkLst>
          <pc:docMk/>
          <pc:sldMk cId="722138974" sldId="259"/>
        </pc:sldMkLst>
        <pc:spChg chg="mod">
          <ac:chgData name="Sondre Kile Andersen" userId="a67d4fdd-2c95-4883-804f-8090d5ac36d9" providerId="ADAL" clId="{184C036C-04AD-8C42-ADDB-D36EEAC6258D}" dt="2023-09-26T05:03:57.493" v="41" actId="20577"/>
          <ac:spMkLst>
            <pc:docMk/>
            <pc:sldMk cId="722138974" sldId="259"/>
            <ac:spMk id="2" creationId="{D3980BE0-2502-2C75-9D93-04A166A02117}"/>
          </ac:spMkLst>
        </pc:spChg>
        <pc:spChg chg="mod">
          <ac:chgData name="Sondre Kile Andersen" userId="a67d4fdd-2c95-4883-804f-8090d5ac36d9" providerId="ADAL" clId="{184C036C-04AD-8C42-ADDB-D36EEAC6258D}" dt="2023-09-26T05:03:44.725" v="35" actId="12"/>
          <ac:spMkLst>
            <pc:docMk/>
            <pc:sldMk cId="722138974" sldId="259"/>
            <ac:spMk id="3" creationId="{A0AA7B0A-B3FD-2502-913D-5F9615E0C2C3}"/>
          </ac:spMkLst>
        </pc:spChg>
      </pc:sldChg>
      <pc:sldChg chg="addSp delSp modSp mod">
        <pc:chgData name="Sondre Kile Andersen" userId="a67d4fdd-2c95-4883-804f-8090d5ac36d9" providerId="ADAL" clId="{184C036C-04AD-8C42-ADDB-D36EEAC6258D}" dt="2023-09-26T06:00:27.659" v="515"/>
        <pc:sldMkLst>
          <pc:docMk/>
          <pc:sldMk cId="1695581512" sldId="260"/>
        </pc:sldMkLst>
        <pc:spChg chg="del mod">
          <ac:chgData name="Sondre Kile Andersen" userId="a67d4fdd-2c95-4883-804f-8090d5ac36d9" providerId="ADAL" clId="{184C036C-04AD-8C42-ADDB-D36EEAC6258D}" dt="2023-09-26T05:58:17.473" v="510" actId="478"/>
          <ac:spMkLst>
            <pc:docMk/>
            <pc:sldMk cId="1695581512" sldId="260"/>
            <ac:spMk id="2" creationId="{F97C1A8A-C221-A5A4-B67B-480F4D996D02}"/>
          </ac:spMkLst>
        </pc:spChg>
        <pc:spChg chg="add del mod">
          <ac:chgData name="Sondre Kile Andersen" userId="a67d4fdd-2c95-4883-804f-8090d5ac36d9" providerId="ADAL" clId="{184C036C-04AD-8C42-ADDB-D36EEAC6258D}" dt="2023-09-26T05:58:15.674" v="509" actId="26606"/>
          <ac:spMkLst>
            <pc:docMk/>
            <pc:sldMk cId="1695581512" sldId="260"/>
            <ac:spMk id="3" creationId="{7C5AD624-CCB2-5726-F122-113795A6A183}"/>
          </ac:spMkLst>
        </pc:spChg>
        <pc:spChg chg="add del mod">
          <ac:chgData name="Sondre Kile Andersen" userId="a67d4fdd-2c95-4883-804f-8090d5ac36d9" providerId="ADAL" clId="{184C036C-04AD-8C42-ADDB-D36EEAC6258D}" dt="2023-09-26T05:58:05.624" v="506" actId="478"/>
          <ac:spMkLst>
            <pc:docMk/>
            <pc:sldMk cId="1695581512" sldId="260"/>
            <ac:spMk id="6" creationId="{53A9A06D-B94D-8E9E-EED3-79E0D0CD6F68}"/>
          </ac:spMkLst>
        </pc:spChg>
        <pc:spChg chg="add del mod">
          <ac:chgData name="Sondre Kile Andersen" userId="a67d4fdd-2c95-4883-804f-8090d5ac36d9" providerId="ADAL" clId="{184C036C-04AD-8C42-ADDB-D36EEAC6258D}" dt="2023-09-26T05:58:19.897" v="511" actId="478"/>
          <ac:spMkLst>
            <pc:docMk/>
            <pc:sldMk cId="1695581512" sldId="260"/>
            <ac:spMk id="8" creationId="{C019A780-17C1-CDE9-4A21-F90F05C31B21}"/>
          </ac:spMkLst>
        </pc:spChg>
        <pc:spChg chg="add del">
          <ac:chgData name="Sondre Kile Andersen" userId="a67d4fdd-2c95-4883-804f-8090d5ac36d9" providerId="ADAL" clId="{184C036C-04AD-8C42-ADDB-D36EEAC6258D}" dt="2023-09-26T05:58:15.674" v="509" actId="26606"/>
          <ac:spMkLst>
            <pc:docMk/>
            <pc:sldMk cId="1695581512" sldId="260"/>
            <ac:spMk id="9" creationId="{987A0FBA-CC04-4256-A8EB-BB3C543E989C}"/>
          </ac:spMkLst>
        </pc:spChg>
        <pc:spChg chg="add mod">
          <ac:chgData name="Sondre Kile Andersen" userId="a67d4fdd-2c95-4883-804f-8090d5ac36d9" providerId="ADAL" clId="{184C036C-04AD-8C42-ADDB-D36EEAC6258D}" dt="2023-09-26T05:58:21.482" v="512"/>
          <ac:spMkLst>
            <pc:docMk/>
            <pc:sldMk cId="1695581512" sldId="260"/>
            <ac:spMk id="10" creationId="{3AF7091B-773D-3D16-33E4-8E917A7DC754}"/>
          </ac:spMkLst>
        </pc:spChg>
        <pc:spChg chg="add del">
          <ac:chgData name="Sondre Kile Andersen" userId="a67d4fdd-2c95-4883-804f-8090d5ac36d9" providerId="ADAL" clId="{184C036C-04AD-8C42-ADDB-D36EEAC6258D}" dt="2023-09-26T05:58:15.674" v="509" actId="26606"/>
          <ac:spMkLst>
            <pc:docMk/>
            <pc:sldMk cId="1695581512" sldId="260"/>
            <ac:spMk id="11" creationId="{6A13B60C-56B1-46B4-98A6-1482A52E76C2}"/>
          </ac:spMkLst>
        </pc:spChg>
        <pc:spChg chg="add del">
          <ac:chgData name="Sondre Kile Andersen" userId="a67d4fdd-2c95-4883-804f-8090d5ac36d9" providerId="ADAL" clId="{184C036C-04AD-8C42-ADDB-D36EEAC6258D}" dt="2023-09-26T05:58:15.674" v="509" actId="26606"/>
          <ac:spMkLst>
            <pc:docMk/>
            <pc:sldMk cId="1695581512" sldId="260"/>
            <ac:spMk id="13" creationId="{F024A8E9-062E-406A-BE10-CED2800110DB}"/>
          </ac:spMkLst>
        </pc:spChg>
        <pc:spChg chg="add">
          <ac:chgData name="Sondre Kile Andersen" userId="a67d4fdd-2c95-4883-804f-8090d5ac36d9" providerId="ADAL" clId="{184C036C-04AD-8C42-ADDB-D36EEAC6258D}" dt="2023-09-26T05:58:15.674" v="509" actId="26606"/>
          <ac:spMkLst>
            <pc:docMk/>
            <pc:sldMk cId="1695581512" sldId="260"/>
            <ac:spMk id="16" creationId="{987A0FBA-CC04-4256-A8EB-BB3C543E989C}"/>
          </ac:spMkLst>
        </pc:spChg>
        <pc:spChg chg="add">
          <ac:chgData name="Sondre Kile Andersen" userId="a67d4fdd-2c95-4883-804f-8090d5ac36d9" providerId="ADAL" clId="{184C036C-04AD-8C42-ADDB-D36EEAC6258D}" dt="2023-09-26T05:58:15.674" v="509" actId="26606"/>
          <ac:spMkLst>
            <pc:docMk/>
            <pc:sldMk cId="1695581512" sldId="260"/>
            <ac:spMk id="17" creationId="{6A13B60C-56B1-46B4-98A6-1482A52E76C2}"/>
          </ac:spMkLst>
        </pc:spChg>
        <pc:spChg chg="add">
          <ac:chgData name="Sondre Kile Andersen" userId="a67d4fdd-2c95-4883-804f-8090d5ac36d9" providerId="ADAL" clId="{184C036C-04AD-8C42-ADDB-D36EEAC6258D}" dt="2023-09-26T05:58:15.674" v="509" actId="26606"/>
          <ac:spMkLst>
            <pc:docMk/>
            <pc:sldMk cId="1695581512" sldId="260"/>
            <ac:spMk id="18" creationId="{F024A8E9-062E-406A-BE10-CED2800110DB}"/>
          </ac:spMkLst>
        </pc:spChg>
        <pc:spChg chg="add del">
          <ac:chgData name="Sondre Kile Andersen" userId="a67d4fdd-2c95-4883-804f-8090d5ac36d9" providerId="ADAL" clId="{184C036C-04AD-8C42-ADDB-D36EEAC6258D}" dt="2023-09-26T05:58:12.089" v="508" actId="26606"/>
          <ac:spMkLst>
            <pc:docMk/>
            <pc:sldMk cId="1695581512" sldId="260"/>
            <ac:spMk id="19" creationId="{987A0FBA-CC04-4256-A8EB-BB3C543E989C}"/>
          </ac:spMkLst>
        </pc:spChg>
        <pc:spChg chg="add del">
          <ac:chgData name="Sondre Kile Andersen" userId="a67d4fdd-2c95-4883-804f-8090d5ac36d9" providerId="ADAL" clId="{184C036C-04AD-8C42-ADDB-D36EEAC6258D}" dt="2023-09-26T05:58:12.089" v="508" actId="26606"/>
          <ac:spMkLst>
            <pc:docMk/>
            <pc:sldMk cId="1695581512" sldId="260"/>
            <ac:spMk id="21" creationId="{6A13B60C-56B1-46B4-98A6-1482A52E76C2}"/>
          </ac:spMkLst>
        </pc:spChg>
        <pc:spChg chg="add del">
          <ac:chgData name="Sondre Kile Andersen" userId="a67d4fdd-2c95-4883-804f-8090d5ac36d9" providerId="ADAL" clId="{184C036C-04AD-8C42-ADDB-D36EEAC6258D}" dt="2023-09-26T05:58:12.089" v="508" actId="26606"/>
          <ac:spMkLst>
            <pc:docMk/>
            <pc:sldMk cId="1695581512" sldId="260"/>
            <ac:spMk id="23" creationId="{F024A8E9-062E-406A-BE10-CED2800110DB}"/>
          </ac:spMkLst>
        </pc:spChg>
        <pc:graphicFrameChg chg="del mod">
          <ac:chgData name="Sondre Kile Andersen" userId="a67d4fdd-2c95-4883-804f-8090d5ac36d9" providerId="ADAL" clId="{184C036C-04AD-8C42-ADDB-D36EEAC6258D}" dt="2023-09-26T05:58:02.566" v="505" actId="478"/>
          <ac:graphicFrameMkLst>
            <pc:docMk/>
            <pc:sldMk cId="1695581512" sldId="260"/>
            <ac:graphicFrameMk id="5" creationId="{5533A39C-5647-5413-5653-38EB84D6D1A8}"/>
          </ac:graphicFrameMkLst>
        </pc:graphicFrameChg>
        <pc:graphicFrameChg chg="add del">
          <ac:chgData name="Sondre Kile Andersen" userId="a67d4fdd-2c95-4883-804f-8090d5ac36d9" providerId="ADAL" clId="{184C036C-04AD-8C42-ADDB-D36EEAC6258D}" dt="2023-09-26T05:58:12.089" v="508" actId="26606"/>
          <ac:graphicFrameMkLst>
            <pc:docMk/>
            <pc:sldMk cId="1695581512" sldId="260"/>
            <ac:graphicFrameMk id="15" creationId="{22D4D6F7-671D-20EF-4A87-CD0D688A43B0}"/>
          </ac:graphicFrameMkLst>
        </pc:graphicFrameChg>
        <pc:graphicFrameChg chg="add mod">
          <ac:chgData name="Sondre Kile Andersen" userId="a67d4fdd-2c95-4883-804f-8090d5ac36d9" providerId="ADAL" clId="{184C036C-04AD-8C42-ADDB-D36EEAC6258D}" dt="2023-09-26T06:00:27.659" v="515"/>
          <ac:graphicFrameMkLst>
            <pc:docMk/>
            <pc:sldMk cId="1695581512" sldId="260"/>
            <ac:graphicFrameMk id="20" creationId="{22D4D6F7-671D-20EF-4A87-CD0D688A43B0}"/>
          </ac:graphicFrameMkLst>
        </pc:graphicFrameChg>
      </pc:sldChg>
      <pc:sldChg chg="modSp mod">
        <pc:chgData name="Sondre Kile Andersen" userId="a67d4fdd-2c95-4883-804f-8090d5ac36d9" providerId="ADAL" clId="{184C036C-04AD-8C42-ADDB-D36EEAC6258D}" dt="2023-09-26T05:05:02.563" v="75" actId="20577"/>
        <pc:sldMkLst>
          <pc:docMk/>
          <pc:sldMk cId="554998472" sldId="261"/>
        </pc:sldMkLst>
        <pc:spChg chg="mod">
          <ac:chgData name="Sondre Kile Andersen" userId="a67d4fdd-2c95-4883-804f-8090d5ac36d9" providerId="ADAL" clId="{184C036C-04AD-8C42-ADDB-D36EEAC6258D}" dt="2023-09-26T05:05:02.563" v="75" actId="20577"/>
          <ac:spMkLst>
            <pc:docMk/>
            <pc:sldMk cId="554998472" sldId="261"/>
            <ac:spMk id="2" creationId="{9D9DEE50-A792-101F-8879-14758625B12C}"/>
          </ac:spMkLst>
        </pc:spChg>
      </pc:sldChg>
      <pc:sldChg chg="modSp mod">
        <pc:chgData name="Sondre Kile Andersen" userId="a67d4fdd-2c95-4883-804f-8090d5ac36d9" providerId="ADAL" clId="{184C036C-04AD-8C42-ADDB-D36EEAC6258D}" dt="2023-09-26T05:05:06.964" v="78" actId="20577"/>
        <pc:sldMkLst>
          <pc:docMk/>
          <pc:sldMk cId="2810749119" sldId="262"/>
        </pc:sldMkLst>
        <pc:spChg chg="mod">
          <ac:chgData name="Sondre Kile Andersen" userId="a67d4fdd-2c95-4883-804f-8090d5ac36d9" providerId="ADAL" clId="{184C036C-04AD-8C42-ADDB-D36EEAC6258D}" dt="2023-09-26T05:05:06.964" v="78" actId="20577"/>
          <ac:spMkLst>
            <pc:docMk/>
            <pc:sldMk cId="2810749119" sldId="262"/>
            <ac:spMk id="2" creationId="{D4496891-56B0-F1E1-0CBE-65DF3AAEDE4B}"/>
          </ac:spMkLst>
        </pc:spChg>
      </pc:sldChg>
      <pc:sldChg chg="modSp mod">
        <pc:chgData name="Sondre Kile Andersen" userId="a67d4fdd-2c95-4883-804f-8090d5ac36d9" providerId="ADAL" clId="{184C036C-04AD-8C42-ADDB-D36EEAC6258D}" dt="2023-09-26T05:05:11.526" v="81" actId="20577"/>
        <pc:sldMkLst>
          <pc:docMk/>
          <pc:sldMk cId="3775938422" sldId="263"/>
        </pc:sldMkLst>
        <pc:spChg chg="mod">
          <ac:chgData name="Sondre Kile Andersen" userId="a67d4fdd-2c95-4883-804f-8090d5ac36d9" providerId="ADAL" clId="{184C036C-04AD-8C42-ADDB-D36EEAC6258D}" dt="2023-09-26T05:05:11.526" v="81" actId="20577"/>
          <ac:spMkLst>
            <pc:docMk/>
            <pc:sldMk cId="3775938422" sldId="263"/>
            <ac:spMk id="2" creationId="{613E857A-F754-0FEA-0D0F-ABC408E68147}"/>
          </ac:spMkLst>
        </pc:spChg>
      </pc:sldChg>
      <pc:sldChg chg="addSp modSp new mod setBg">
        <pc:chgData name="Sondre Kile Andersen" userId="a67d4fdd-2c95-4883-804f-8090d5ac36d9" providerId="ADAL" clId="{184C036C-04AD-8C42-ADDB-D36EEAC6258D}" dt="2023-09-26T05:12:34.739" v="368" actId="26606"/>
        <pc:sldMkLst>
          <pc:docMk/>
          <pc:sldMk cId="3445432139" sldId="269"/>
        </pc:sldMkLst>
        <pc:spChg chg="mod ord">
          <ac:chgData name="Sondre Kile Andersen" userId="a67d4fdd-2c95-4883-804f-8090d5ac36d9" providerId="ADAL" clId="{184C036C-04AD-8C42-ADDB-D36EEAC6258D}" dt="2023-09-26T05:12:34.739" v="368" actId="26606"/>
          <ac:spMkLst>
            <pc:docMk/>
            <pc:sldMk cId="3445432139" sldId="269"/>
            <ac:spMk id="2" creationId="{B79990BE-9AE0-278D-3432-435AC10EAC5E}"/>
          </ac:spMkLst>
        </pc:spChg>
        <pc:spChg chg="mod ord">
          <ac:chgData name="Sondre Kile Andersen" userId="a67d4fdd-2c95-4883-804f-8090d5ac36d9" providerId="ADAL" clId="{184C036C-04AD-8C42-ADDB-D36EEAC6258D}" dt="2023-09-26T05:12:34.739" v="368" actId="26606"/>
          <ac:spMkLst>
            <pc:docMk/>
            <pc:sldMk cId="3445432139" sldId="269"/>
            <ac:spMk id="3" creationId="{B99D885F-7F01-8545-0B3D-DB197BC1B8CA}"/>
          </ac:spMkLst>
        </pc:spChg>
        <pc:spChg chg="add">
          <ac:chgData name="Sondre Kile Andersen" userId="a67d4fdd-2c95-4883-804f-8090d5ac36d9" providerId="ADAL" clId="{184C036C-04AD-8C42-ADDB-D36EEAC6258D}" dt="2023-09-26T05:12:34.739" v="368" actId="26606"/>
          <ac:spMkLst>
            <pc:docMk/>
            <pc:sldMk cId="3445432139" sldId="269"/>
            <ac:spMk id="1031" creationId="{987A0FBA-CC04-4256-A8EB-BB3C543E989C}"/>
          </ac:spMkLst>
        </pc:spChg>
        <pc:spChg chg="add">
          <ac:chgData name="Sondre Kile Andersen" userId="a67d4fdd-2c95-4883-804f-8090d5ac36d9" providerId="ADAL" clId="{184C036C-04AD-8C42-ADDB-D36EEAC6258D}" dt="2023-09-26T05:12:34.739" v="368" actId="26606"/>
          <ac:spMkLst>
            <pc:docMk/>
            <pc:sldMk cId="3445432139" sldId="269"/>
            <ac:spMk id="1033" creationId="{66FC6F62-FEC6-45C4-B697-39FDA62A9666}"/>
          </ac:spMkLst>
        </pc:spChg>
        <pc:grpChg chg="add">
          <ac:chgData name="Sondre Kile Andersen" userId="a67d4fdd-2c95-4883-804f-8090d5ac36d9" providerId="ADAL" clId="{184C036C-04AD-8C42-ADDB-D36EEAC6258D}" dt="2023-09-26T05:12:34.739" v="368" actId="26606"/>
          <ac:grpSpMkLst>
            <pc:docMk/>
            <pc:sldMk cId="3445432139" sldId="269"/>
            <ac:grpSpMk id="1035" creationId="{F8D7210F-BCFD-46C1-9A2C-3717368B1A78}"/>
          </ac:grpSpMkLst>
        </pc:grpChg>
        <pc:picChg chg="add mod">
          <ac:chgData name="Sondre Kile Andersen" userId="a67d4fdd-2c95-4883-804f-8090d5ac36d9" providerId="ADAL" clId="{184C036C-04AD-8C42-ADDB-D36EEAC6258D}" dt="2023-09-26T05:12:34.739" v="368" actId="26606"/>
          <ac:picMkLst>
            <pc:docMk/>
            <pc:sldMk cId="3445432139" sldId="269"/>
            <ac:picMk id="1026" creationId="{412677FC-0CDD-8657-75C1-E4312D916B3D}"/>
          </ac:picMkLst>
        </pc:picChg>
      </pc:sldChg>
      <pc:sldChg chg="addSp modSp new mod">
        <pc:chgData name="Sondre Kile Andersen" userId="a67d4fdd-2c95-4883-804f-8090d5ac36d9" providerId="ADAL" clId="{184C036C-04AD-8C42-ADDB-D36EEAC6258D}" dt="2023-09-26T06:06:04.984" v="769" actId="1076"/>
        <pc:sldMkLst>
          <pc:docMk/>
          <pc:sldMk cId="2009359946" sldId="270"/>
        </pc:sldMkLst>
        <pc:spChg chg="mod">
          <ac:chgData name="Sondre Kile Andersen" userId="a67d4fdd-2c95-4883-804f-8090d5ac36d9" providerId="ADAL" clId="{184C036C-04AD-8C42-ADDB-D36EEAC6258D}" dt="2023-09-26T06:01:12.412" v="529" actId="20577"/>
          <ac:spMkLst>
            <pc:docMk/>
            <pc:sldMk cId="2009359946" sldId="270"/>
            <ac:spMk id="2" creationId="{09829FFF-CC2B-6275-D7EF-CB46636B9645}"/>
          </ac:spMkLst>
        </pc:spChg>
        <pc:spChg chg="mod">
          <ac:chgData name="Sondre Kile Andersen" userId="a67d4fdd-2c95-4883-804f-8090d5ac36d9" providerId="ADAL" clId="{184C036C-04AD-8C42-ADDB-D36EEAC6258D}" dt="2023-09-26T06:04:38.045" v="749" actId="20577"/>
          <ac:spMkLst>
            <pc:docMk/>
            <pc:sldMk cId="2009359946" sldId="270"/>
            <ac:spMk id="3" creationId="{2891A946-3685-3161-82C5-98D6857F0D48}"/>
          </ac:spMkLst>
        </pc:spChg>
        <pc:spChg chg="add mod">
          <ac:chgData name="Sondre Kile Andersen" userId="a67d4fdd-2c95-4883-804f-8090d5ac36d9" providerId="ADAL" clId="{184C036C-04AD-8C42-ADDB-D36EEAC6258D}" dt="2023-09-26T06:04:31.845" v="741" actId="1076"/>
          <ac:spMkLst>
            <pc:docMk/>
            <pc:sldMk cId="2009359946" sldId="270"/>
            <ac:spMk id="4" creationId="{3EC29828-512C-89FB-8F94-C4299FC9C91B}"/>
          </ac:spMkLst>
        </pc:spChg>
        <pc:spChg chg="add mod">
          <ac:chgData name="Sondre Kile Andersen" userId="a67d4fdd-2c95-4883-804f-8090d5ac36d9" providerId="ADAL" clId="{184C036C-04AD-8C42-ADDB-D36EEAC6258D}" dt="2023-09-26T06:06:04.984" v="769" actId="1076"/>
          <ac:spMkLst>
            <pc:docMk/>
            <pc:sldMk cId="2009359946" sldId="270"/>
            <ac:spMk id="5" creationId="{A627E6AF-F206-74CC-9E19-71F3379CA4A4}"/>
          </ac:spMkLst>
        </pc:spChg>
        <pc:picChg chg="add mod">
          <ac:chgData name="Sondre Kile Andersen" userId="a67d4fdd-2c95-4883-804f-8090d5ac36d9" providerId="ADAL" clId="{184C036C-04AD-8C42-ADDB-D36EEAC6258D}" dt="2023-09-26T06:05:17.301" v="754" actId="1076"/>
          <ac:picMkLst>
            <pc:docMk/>
            <pc:sldMk cId="2009359946" sldId="270"/>
            <ac:picMk id="2050" creationId="{7B70470A-8C6D-D248-F5A1-CE948D7E2BBB}"/>
          </ac:picMkLst>
        </pc:picChg>
      </pc:sldChg>
      <pc:sldChg chg="addSp modSp new mod">
        <pc:chgData name="Sondre Kile Andersen" userId="a67d4fdd-2c95-4883-804f-8090d5ac36d9" providerId="ADAL" clId="{184C036C-04AD-8C42-ADDB-D36EEAC6258D}" dt="2023-09-26T06:09:47.131" v="934" actId="1076"/>
        <pc:sldMkLst>
          <pc:docMk/>
          <pc:sldMk cId="1133100369" sldId="271"/>
        </pc:sldMkLst>
        <pc:spChg chg="mod">
          <ac:chgData name="Sondre Kile Andersen" userId="a67d4fdd-2c95-4883-804f-8090d5ac36d9" providerId="ADAL" clId="{184C036C-04AD-8C42-ADDB-D36EEAC6258D}" dt="2023-09-26T06:06:32.123" v="779" actId="20577"/>
          <ac:spMkLst>
            <pc:docMk/>
            <pc:sldMk cId="1133100369" sldId="271"/>
            <ac:spMk id="2" creationId="{818F8C7B-A874-1814-ACE6-B22171298F98}"/>
          </ac:spMkLst>
        </pc:spChg>
        <pc:spChg chg="mod">
          <ac:chgData name="Sondre Kile Andersen" userId="a67d4fdd-2c95-4883-804f-8090d5ac36d9" providerId="ADAL" clId="{184C036C-04AD-8C42-ADDB-D36EEAC6258D}" dt="2023-09-26T06:08:12.245" v="928" actId="20577"/>
          <ac:spMkLst>
            <pc:docMk/>
            <pc:sldMk cId="1133100369" sldId="271"/>
            <ac:spMk id="3" creationId="{2C14B460-8828-CC7F-5776-C5609FCD3472}"/>
          </ac:spMkLst>
        </pc:spChg>
        <pc:spChg chg="add mod">
          <ac:chgData name="Sondre Kile Andersen" userId="a67d4fdd-2c95-4883-804f-8090d5ac36d9" providerId="ADAL" clId="{184C036C-04AD-8C42-ADDB-D36EEAC6258D}" dt="2023-09-26T06:07:05.110" v="831"/>
          <ac:spMkLst>
            <pc:docMk/>
            <pc:sldMk cId="1133100369" sldId="271"/>
            <ac:spMk id="4" creationId="{92462359-19DC-60D7-61C5-CB911A6EA2D7}"/>
          </ac:spMkLst>
        </pc:spChg>
        <pc:picChg chg="add mod">
          <ac:chgData name="Sondre Kile Andersen" userId="a67d4fdd-2c95-4883-804f-8090d5ac36d9" providerId="ADAL" clId="{184C036C-04AD-8C42-ADDB-D36EEAC6258D}" dt="2023-09-26T06:09:47.131" v="934" actId="1076"/>
          <ac:picMkLst>
            <pc:docMk/>
            <pc:sldMk cId="1133100369" sldId="271"/>
            <ac:picMk id="3074" creationId="{6A66E4EE-8F67-E0F5-54AE-68127ADF1E4D}"/>
          </ac:picMkLst>
        </pc:picChg>
      </pc:sldChg>
      <pc:sldChg chg="new del">
        <pc:chgData name="Sondre Kile Andersen" userId="a67d4fdd-2c95-4883-804f-8090d5ac36d9" providerId="ADAL" clId="{184C036C-04AD-8C42-ADDB-D36EEAC6258D}" dt="2023-09-28T06:41:36.828" v="1532" actId="2696"/>
        <pc:sldMkLst>
          <pc:docMk/>
          <pc:sldMk cId="3730154694" sldId="272"/>
        </pc:sldMkLst>
      </pc:sldChg>
      <pc:sldChg chg="addSp delSp modSp add mod">
        <pc:chgData name="Sondre Kile Andersen" userId="a67d4fdd-2c95-4883-804f-8090d5ac36d9" providerId="ADAL" clId="{184C036C-04AD-8C42-ADDB-D36EEAC6258D}" dt="2023-09-28T06:19:24.917" v="1098" actId="1076"/>
        <pc:sldMkLst>
          <pc:docMk/>
          <pc:sldMk cId="4058154272" sldId="273"/>
        </pc:sldMkLst>
        <pc:spChg chg="mod">
          <ac:chgData name="Sondre Kile Andersen" userId="a67d4fdd-2c95-4883-804f-8090d5ac36d9" providerId="ADAL" clId="{184C036C-04AD-8C42-ADDB-D36EEAC6258D}" dt="2023-09-28T06:19:15.928" v="1095" actId="1076"/>
          <ac:spMkLst>
            <pc:docMk/>
            <pc:sldMk cId="4058154272" sldId="273"/>
            <ac:spMk id="2" creationId="{818F8C7B-A874-1814-ACE6-B22171298F98}"/>
          </ac:spMkLst>
        </pc:spChg>
        <pc:spChg chg="mod">
          <ac:chgData name="Sondre Kile Andersen" userId="a67d4fdd-2c95-4883-804f-8090d5ac36d9" providerId="ADAL" clId="{184C036C-04AD-8C42-ADDB-D36EEAC6258D}" dt="2023-09-28T06:19:19.604" v="1097" actId="27636"/>
          <ac:spMkLst>
            <pc:docMk/>
            <pc:sldMk cId="4058154272" sldId="273"/>
            <ac:spMk id="3" creationId="{2C14B460-8828-CC7F-5776-C5609FCD3472}"/>
          </ac:spMkLst>
        </pc:spChg>
        <pc:spChg chg="mod">
          <ac:chgData name="Sondre Kile Andersen" userId="a67d4fdd-2c95-4883-804f-8090d5ac36d9" providerId="ADAL" clId="{184C036C-04AD-8C42-ADDB-D36EEAC6258D}" dt="2023-09-28T06:19:24.917" v="1098" actId="1076"/>
          <ac:spMkLst>
            <pc:docMk/>
            <pc:sldMk cId="4058154272" sldId="273"/>
            <ac:spMk id="4" creationId="{92462359-19DC-60D7-61C5-CB911A6EA2D7}"/>
          </ac:spMkLst>
        </pc:spChg>
        <pc:picChg chg="add mod">
          <ac:chgData name="Sondre Kile Andersen" userId="a67d4fdd-2c95-4883-804f-8090d5ac36d9" providerId="ADAL" clId="{184C036C-04AD-8C42-ADDB-D36EEAC6258D}" dt="2023-09-28T06:19:05.830" v="1089" actId="1076"/>
          <ac:picMkLst>
            <pc:docMk/>
            <pc:sldMk cId="4058154272" sldId="273"/>
            <ac:picMk id="6" creationId="{1BA9328E-8D59-D826-677F-A7F923FAEEBF}"/>
          </ac:picMkLst>
        </pc:picChg>
        <pc:picChg chg="del">
          <ac:chgData name="Sondre Kile Andersen" userId="a67d4fdd-2c95-4883-804f-8090d5ac36d9" providerId="ADAL" clId="{184C036C-04AD-8C42-ADDB-D36EEAC6258D}" dt="2023-09-28T06:18:51.678" v="1085" actId="478"/>
          <ac:picMkLst>
            <pc:docMk/>
            <pc:sldMk cId="4058154272" sldId="273"/>
            <ac:picMk id="3074" creationId="{6A66E4EE-8F67-E0F5-54AE-68127ADF1E4D}"/>
          </ac:picMkLst>
        </pc:picChg>
      </pc:sldChg>
      <pc:sldChg chg="modSp new mod ord">
        <pc:chgData name="Sondre Kile Andersen" userId="a67d4fdd-2c95-4883-804f-8090d5ac36d9" providerId="ADAL" clId="{184C036C-04AD-8C42-ADDB-D36EEAC6258D}" dt="2023-10-10T10:19:35.452" v="1825" actId="20578"/>
        <pc:sldMkLst>
          <pc:docMk/>
          <pc:sldMk cId="4012660043" sldId="274"/>
        </pc:sldMkLst>
        <pc:spChg chg="mod">
          <ac:chgData name="Sondre Kile Andersen" userId="a67d4fdd-2c95-4883-804f-8090d5ac36d9" providerId="ADAL" clId="{184C036C-04AD-8C42-ADDB-D36EEAC6258D}" dt="2023-09-28T06:20:48.041" v="1115" actId="20577"/>
          <ac:spMkLst>
            <pc:docMk/>
            <pc:sldMk cId="4012660043" sldId="274"/>
            <ac:spMk id="2" creationId="{BE53537F-3E72-B46A-C16C-EA65A5205775}"/>
          </ac:spMkLst>
        </pc:spChg>
        <pc:spChg chg="mod">
          <ac:chgData name="Sondre Kile Andersen" userId="a67d4fdd-2c95-4883-804f-8090d5ac36d9" providerId="ADAL" clId="{184C036C-04AD-8C42-ADDB-D36EEAC6258D}" dt="2023-09-28T06:38:41.902" v="1531" actId="20577"/>
          <ac:spMkLst>
            <pc:docMk/>
            <pc:sldMk cId="4012660043" sldId="274"/>
            <ac:spMk id="3" creationId="{A4D3C4E0-315B-E355-C7BB-4CF2D450C99F}"/>
          </ac:spMkLst>
        </pc:spChg>
      </pc:sldChg>
      <pc:sldChg chg="modSp new mod">
        <pc:chgData name="Sondre Kile Andersen" userId="a67d4fdd-2c95-4883-804f-8090d5ac36d9" providerId="ADAL" clId="{184C036C-04AD-8C42-ADDB-D36EEAC6258D}" dt="2023-09-29T07:51:42.318" v="1819" actId="20577"/>
        <pc:sldMkLst>
          <pc:docMk/>
          <pc:sldMk cId="4131959441" sldId="275"/>
        </pc:sldMkLst>
        <pc:spChg chg="mod">
          <ac:chgData name="Sondre Kile Andersen" userId="a67d4fdd-2c95-4883-804f-8090d5ac36d9" providerId="ADAL" clId="{184C036C-04AD-8C42-ADDB-D36EEAC6258D}" dt="2023-09-29T07:47:37.005" v="1556" actId="20577"/>
          <ac:spMkLst>
            <pc:docMk/>
            <pc:sldMk cId="4131959441" sldId="275"/>
            <ac:spMk id="2" creationId="{B5FEBF23-5434-5302-380C-A295DB4C6710}"/>
          </ac:spMkLst>
        </pc:spChg>
        <pc:spChg chg="mod">
          <ac:chgData name="Sondre Kile Andersen" userId="a67d4fdd-2c95-4883-804f-8090d5ac36d9" providerId="ADAL" clId="{184C036C-04AD-8C42-ADDB-D36EEAC6258D}" dt="2023-09-29T07:51:42.318" v="1819" actId="20577"/>
          <ac:spMkLst>
            <pc:docMk/>
            <pc:sldMk cId="4131959441" sldId="275"/>
            <ac:spMk id="3" creationId="{D41F20AE-652C-D22C-2E73-1661D575D446}"/>
          </ac:spMkLst>
        </pc:spChg>
      </pc:sldChg>
      <pc:sldChg chg="addSp new ord">
        <pc:chgData name="Sondre Kile Andersen" userId="a67d4fdd-2c95-4883-804f-8090d5ac36d9" providerId="ADAL" clId="{184C036C-04AD-8C42-ADDB-D36EEAC6258D}" dt="2023-10-10T09:33:15.110" v="1824" actId="20578"/>
        <pc:sldMkLst>
          <pc:docMk/>
          <pc:sldMk cId="1995987979" sldId="276"/>
        </pc:sldMkLst>
        <pc:picChg chg="add">
          <ac:chgData name="Sondre Kile Andersen" userId="a67d4fdd-2c95-4883-804f-8090d5ac36d9" providerId="ADAL" clId="{184C036C-04AD-8C42-ADDB-D36EEAC6258D}" dt="2023-09-29T09:37:21.340" v="1821"/>
          <ac:picMkLst>
            <pc:docMk/>
            <pc:sldMk cId="1995987979" sldId="276"/>
            <ac:picMk id="1026" creationId="{A626FB3D-67E6-08D8-E55D-CF18BB92AFA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28BAB2-F488-468B-B689-28C1A5D954E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69315A6-9F22-46A6-90A4-270CA7F44816}">
      <dgm:prSet/>
      <dgm:spPr/>
      <dgm:t>
        <a:bodyPr/>
        <a:lstStyle/>
        <a:p>
          <a:r>
            <a:rPr lang="en-US" dirty="0" err="1"/>
            <a:t>Visualisere</a:t>
          </a:r>
          <a:r>
            <a:rPr lang="en-US" dirty="0"/>
            <a:t> </a:t>
          </a:r>
          <a:r>
            <a:rPr lang="en-US" dirty="0" err="1"/>
            <a:t>ulike</a:t>
          </a:r>
          <a:r>
            <a:rPr lang="en-US" dirty="0"/>
            <a:t> </a:t>
          </a:r>
          <a:r>
            <a:rPr lang="en-US" dirty="0" err="1"/>
            <a:t>ideer</a:t>
          </a:r>
          <a:endParaRPr lang="en-US" dirty="0"/>
        </a:p>
      </dgm:t>
    </dgm:pt>
    <dgm:pt modelId="{8F537479-B10B-4278-96E3-9E70F9AF7A3B}" type="parTrans" cxnId="{453B5CC3-9397-4F37-BD67-94AB7D3BD97B}">
      <dgm:prSet/>
      <dgm:spPr/>
      <dgm:t>
        <a:bodyPr/>
        <a:lstStyle/>
        <a:p>
          <a:endParaRPr lang="en-US"/>
        </a:p>
      </dgm:t>
    </dgm:pt>
    <dgm:pt modelId="{7D7B10B9-D0E3-4E64-838E-48040BC57724}" type="sibTrans" cxnId="{453B5CC3-9397-4F37-BD67-94AB7D3BD97B}">
      <dgm:prSet/>
      <dgm:spPr/>
      <dgm:t>
        <a:bodyPr/>
        <a:lstStyle/>
        <a:p>
          <a:endParaRPr lang="en-US"/>
        </a:p>
      </dgm:t>
    </dgm:pt>
    <dgm:pt modelId="{68966141-BBEA-4781-9A2D-79DABA71006B}">
      <dgm:prSet/>
      <dgm:spPr/>
      <dgm:t>
        <a:bodyPr/>
        <a:lstStyle/>
        <a:p>
          <a:r>
            <a:rPr lang="en-US"/>
            <a:t>Semiotikk</a:t>
          </a:r>
        </a:p>
      </dgm:t>
    </dgm:pt>
    <dgm:pt modelId="{D28C6C67-E9EC-4FB9-92AF-EEC1664CFB8C}" type="parTrans" cxnId="{6B19C19C-59D6-41E6-98BF-889ADB28CF39}">
      <dgm:prSet/>
      <dgm:spPr/>
      <dgm:t>
        <a:bodyPr/>
        <a:lstStyle/>
        <a:p>
          <a:endParaRPr lang="en-US"/>
        </a:p>
      </dgm:t>
    </dgm:pt>
    <dgm:pt modelId="{3AD0418F-179F-4842-929A-6E10EAD18AA1}" type="sibTrans" cxnId="{6B19C19C-59D6-41E6-98BF-889ADB28CF39}">
      <dgm:prSet/>
      <dgm:spPr/>
      <dgm:t>
        <a:bodyPr/>
        <a:lstStyle/>
        <a:p>
          <a:endParaRPr lang="en-US"/>
        </a:p>
      </dgm:t>
    </dgm:pt>
    <dgm:pt modelId="{EDE25364-F2E3-49A4-AC7D-7C0BBD40A2C2}">
      <dgm:prSet/>
      <dgm:spPr/>
      <dgm:t>
        <a:bodyPr/>
        <a:lstStyle/>
        <a:p>
          <a:r>
            <a:rPr lang="en-US" dirty="0" err="1"/>
            <a:t>Typografi</a:t>
          </a:r>
          <a:endParaRPr lang="en-US" dirty="0"/>
        </a:p>
      </dgm:t>
    </dgm:pt>
    <dgm:pt modelId="{7AECA861-5C07-4902-875A-C3925341BC2C}" type="parTrans" cxnId="{B03CDE6C-6B58-4A25-ADA7-EC026309A478}">
      <dgm:prSet/>
      <dgm:spPr/>
      <dgm:t>
        <a:bodyPr/>
        <a:lstStyle/>
        <a:p>
          <a:endParaRPr lang="en-US"/>
        </a:p>
      </dgm:t>
    </dgm:pt>
    <dgm:pt modelId="{7554102A-3670-4C9F-8A88-F796CDCADE3C}" type="sibTrans" cxnId="{B03CDE6C-6B58-4A25-ADA7-EC026309A478}">
      <dgm:prSet/>
      <dgm:spPr/>
      <dgm:t>
        <a:bodyPr/>
        <a:lstStyle/>
        <a:p>
          <a:endParaRPr lang="en-US"/>
        </a:p>
      </dgm:t>
    </dgm:pt>
    <dgm:pt modelId="{48C41E09-D21C-45E0-A60E-FC6D94D73EDB}">
      <dgm:prSet/>
      <dgm:spPr/>
      <dgm:t>
        <a:bodyPr/>
        <a:lstStyle/>
        <a:p>
          <a:r>
            <a:rPr lang="en-US"/>
            <a:t>Farger</a:t>
          </a:r>
        </a:p>
      </dgm:t>
    </dgm:pt>
    <dgm:pt modelId="{F7C983EE-8CB4-4106-A39A-3A627915D754}" type="parTrans" cxnId="{BF701AEC-30CE-4894-8BFC-B46B83A2A647}">
      <dgm:prSet/>
      <dgm:spPr/>
      <dgm:t>
        <a:bodyPr/>
        <a:lstStyle/>
        <a:p>
          <a:endParaRPr lang="en-US"/>
        </a:p>
      </dgm:t>
    </dgm:pt>
    <dgm:pt modelId="{CED0F736-470D-4887-855D-B1D092460D58}" type="sibTrans" cxnId="{BF701AEC-30CE-4894-8BFC-B46B83A2A647}">
      <dgm:prSet/>
      <dgm:spPr/>
      <dgm:t>
        <a:bodyPr/>
        <a:lstStyle/>
        <a:p>
          <a:endParaRPr lang="en-US"/>
        </a:p>
      </dgm:t>
    </dgm:pt>
    <dgm:pt modelId="{341A8D53-FD84-4C98-9249-72BE38ACBB58}">
      <dgm:prSet/>
      <dgm:spPr/>
      <dgm:t>
        <a:bodyPr/>
        <a:lstStyle/>
        <a:p>
          <a:r>
            <a:rPr lang="en-US"/>
            <a:t>Få tilbakemelding</a:t>
          </a:r>
        </a:p>
      </dgm:t>
    </dgm:pt>
    <dgm:pt modelId="{BB2C7738-1EB0-4B5C-8907-F8330963A460}" type="parTrans" cxnId="{764F6935-E1CB-4C4D-B8F1-2D39439C491C}">
      <dgm:prSet/>
      <dgm:spPr/>
      <dgm:t>
        <a:bodyPr/>
        <a:lstStyle/>
        <a:p>
          <a:endParaRPr lang="en-US"/>
        </a:p>
      </dgm:t>
    </dgm:pt>
    <dgm:pt modelId="{B9257332-16EA-4274-84D8-FAE34D578068}" type="sibTrans" cxnId="{764F6935-E1CB-4C4D-B8F1-2D39439C491C}">
      <dgm:prSet/>
      <dgm:spPr/>
      <dgm:t>
        <a:bodyPr/>
        <a:lstStyle/>
        <a:p>
          <a:endParaRPr lang="en-US"/>
        </a:p>
      </dgm:t>
    </dgm:pt>
    <dgm:pt modelId="{4FBDB336-F87B-4EBE-BB6B-928022BE5269}">
      <dgm:prSet/>
      <dgm:spPr/>
      <dgm:t>
        <a:bodyPr/>
        <a:lstStyle/>
        <a:p>
          <a:r>
            <a:rPr lang="en-US"/>
            <a:t>Se potensiale</a:t>
          </a:r>
        </a:p>
      </dgm:t>
    </dgm:pt>
    <dgm:pt modelId="{4D0A1E14-0AED-402B-B0F8-91C472B00E6A}" type="parTrans" cxnId="{E2D0A638-FEF8-4464-BFA5-BFB0B19113E6}">
      <dgm:prSet/>
      <dgm:spPr/>
      <dgm:t>
        <a:bodyPr/>
        <a:lstStyle/>
        <a:p>
          <a:endParaRPr lang="en-US"/>
        </a:p>
      </dgm:t>
    </dgm:pt>
    <dgm:pt modelId="{D7A8C9E0-ADB2-480C-90C5-0D55F85D4E1F}" type="sibTrans" cxnId="{E2D0A638-FEF8-4464-BFA5-BFB0B19113E6}">
      <dgm:prSet/>
      <dgm:spPr/>
      <dgm:t>
        <a:bodyPr/>
        <a:lstStyle/>
        <a:p>
          <a:endParaRPr lang="en-US"/>
        </a:p>
      </dgm:t>
    </dgm:pt>
    <dgm:pt modelId="{A93DC002-9FDF-4848-9722-F641D8D7A523}" type="pres">
      <dgm:prSet presAssocID="{A228BAB2-F488-468B-B689-28C1A5D954E3}" presName="root" presStyleCnt="0">
        <dgm:presLayoutVars>
          <dgm:dir/>
          <dgm:resizeHandles val="exact"/>
        </dgm:presLayoutVars>
      </dgm:prSet>
      <dgm:spPr/>
    </dgm:pt>
    <dgm:pt modelId="{5354DAEB-7346-4ACE-80EB-831D66E3483D}" type="pres">
      <dgm:prSet presAssocID="{369315A6-9F22-46A6-90A4-270CA7F44816}" presName="compNode" presStyleCnt="0"/>
      <dgm:spPr/>
    </dgm:pt>
    <dgm:pt modelId="{E961E232-A433-4A13-B937-36E1B45958B4}" type="pres">
      <dgm:prSet presAssocID="{369315A6-9F22-46A6-90A4-270CA7F4481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01BB5EF-083D-4E9E-B951-B2DB26570892}" type="pres">
      <dgm:prSet presAssocID="{369315A6-9F22-46A6-90A4-270CA7F44816}" presName="spaceRect" presStyleCnt="0"/>
      <dgm:spPr/>
    </dgm:pt>
    <dgm:pt modelId="{9BBDCC62-E34D-4AE3-AB36-FA345D58DFB0}" type="pres">
      <dgm:prSet presAssocID="{369315A6-9F22-46A6-90A4-270CA7F44816}" presName="textRect" presStyleLbl="revTx" presStyleIdx="0" presStyleCnt="6">
        <dgm:presLayoutVars>
          <dgm:chMax val="1"/>
          <dgm:chPref val="1"/>
        </dgm:presLayoutVars>
      </dgm:prSet>
      <dgm:spPr/>
    </dgm:pt>
    <dgm:pt modelId="{5E8EF2ED-6E0C-415A-9939-43438A45BFCF}" type="pres">
      <dgm:prSet presAssocID="{7D7B10B9-D0E3-4E64-838E-48040BC57724}" presName="sibTrans" presStyleCnt="0"/>
      <dgm:spPr/>
    </dgm:pt>
    <dgm:pt modelId="{80B14879-5196-47EC-9AB3-160035A3D7A3}" type="pres">
      <dgm:prSet presAssocID="{68966141-BBEA-4781-9A2D-79DABA71006B}" presName="compNode" presStyleCnt="0"/>
      <dgm:spPr/>
    </dgm:pt>
    <dgm:pt modelId="{0D7C8B70-84E2-4432-AD0C-C02BCB47524F}" type="pres">
      <dgm:prSet presAssocID="{68966141-BBEA-4781-9A2D-79DABA71006B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glasses Face Outline"/>
        </a:ext>
      </dgm:extLst>
    </dgm:pt>
    <dgm:pt modelId="{00054412-7A47-4D8E-8B43-4371DBD6CE66}" type="pres">
      <dgm:prSet presAssocID="{68966141-BBEA-4781-9A2D-79DABA71006B}" presName="spaceRect" presStyleCnt="0"/>
      <dgm:spPr/>
    </dgm:pt>
    <dgm:pt modelId="{6AED9403-1609-4227-AA12-62BB14B62ACC}" type="pres">
      <dgm:prSet presAssocID="{68966141-BBEA-4781-9A2D-79DABA71006B}" presName="textRect" presStyleLbl="revTx" presStyleIdx="1" presStyleCnt="6">
        <dgm:presLayoutVars>
          <dgm:chMax val="1"/>
          <dgm:chPref val="1"/>
        </dgm:presLayoutVars>
      </dgm:prSet>
      <dgm:spPr/>
    </dgm:pt>
    <dgm:pt modelId="{51A4CE34-135B-4F9A-8C4D-2FDB3F6DB8F7}" type="pres">
      <dgm:prSet presAssocID="{3AD0418F-179F-4842-929A-6E10EAD18AA1}" presName="sibTrans" presStyleCnt="0"/>
      <dgm:spPr/>
    </dgm:pt>
    <dgm:pt modelId="{1599413F-24E9-49F4-B582-08E1AFB17B5F}" type="pres">
      <dgm:prSet presAssocID="{EDE25364-F2E3-49A4-AC7D-7C0BBD40A2C2}" presName="compNode" presStyleCnt="0"/>
      <dgm:spPr/>
    </dgm:pt>
    <dgm:pt modelId="{49685C07-14BC-4AA0-9381-B2903EF9EEA6}" type="pres">
      <dgm:prSet presAssocID="{EDE25364-F2E3-49A4-AC7D-7C0BBD40A2C2}" presName="iconRect" presStyleLbl="node1" presStyleIdx="2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1 outline"/>
        </a:ext>
      </dgm:extLst>
    </dgm:pt>
    <dgm:pt modelId="{F5FC3ED9-3A9F-40C2-9E35-71C63AA1A26F}" type="pres">
      <dgm:prSet presAssocID="{EDE25364-F2E3-49A4-AC7D-7C0BBD40A2C2}" presName="spaceRect" presStyleCnt="0"/>
      <dgm:spPr/>
    </dgm:pt>
    <dgm:pt modelId="{3ECA36FD-F7A2-4B2B-A324-E0FCD18ECB4D}" type="pres">
      <dgm:prSet presAssocID="{EDE25364-F2E3-49A4-AC7D-7C0BBD40A2C2}" presName="textRect" presStyleLbl="revTx" presStyleIdx="2" presStyleCnt="6">
        <dgm:presLayoutVars>
          <dgm:chMax val="1"/>
          <dgm:chPref val="1"/>
        </dgm:presLayoutVars>
      </dgm:prSet>
      <dgm:spPr/>
    </dgm:pt>
    <dgm:pt modelId="{48E46FC8-57A9-47E9-90A0-08DDCFCF6607}" type="pres">
      <dgm:prSet presAssocID="{7554102A-3670-4C9F-8A88-F796CDCADE3C}" presName="sibTrans" presStyleCnt="0"/>
      <dgm:spPr/>
    </dgm:pt>
    <dgm:pt modelId="{B5A141ED-7CA2-47C1-BFCF-E8D77C221F1B}" type="pres">
      <dgm:prSet presAssocID="{48C41E09-D21C-45E0-A60E-FC6D94D73EDB}" presName="compNode" presStyleCnt="0"/>
      <dgm:spPr/>
    </dgm:pt>
    <dgm:pt modelId="{E256D547-263C-49A2-AC57-41E2E7C71775}" type="pres">
      <dgm:prSet presAssocID="{48C41E09-D21C-45E0-A60E-FC6D94D73ED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1FCE53D3-7B54-40BB-AFDA-47B10770A969}" type="pres">
      <dgm:prSet presAssocID="{48C41E09-D21C-45E0-A60E-FC6D94D73EDB}" presName="spaceRect" presStyleCnt="0"/>
      <dgm:spPr/>
    </dgm:pt>
    <dgm:pt modelId="{67DD3B8D-2452-420E-9B32-6EC771B08E78}" type="pres">
      <dgm:prSet presAssocID="{48C41E09-D21C-45E0-A60E-FC6D94D73EDB}" presName="textRect" presStyleLbl="revTx" presStyleIdx="3" presStyleCnt="6">
        <dgm:presLayoutVars>
          <dgm:chMax val="1"/>
          <dgm:chPref val="1"/>
        </dgm:presLayoutVars>
      </dgm:prSet>
      <dgm:spPr/>
    </dgm:pt>
    <dgm:pt modelId="{7C788AAC-6F11-4B45-97B9-E9288FB35720}" type="pres">
      <dgm:prSet presAssocID="{CED0F736-470D-4887-855D-B1D092460D58}" presName="sibTrans" presStyleCnt="0"/>
      <dgm:spPr/>
    </dgm:pt>
    <dgm:pt modelId="{4D352538-5C61-4E5B-8B01-934B5E2C94FE}" type="pres">
      <dgm:prSet presAssocID="{341A8D53-FD84-4C98-9249-72BE38ACBB58}" presName="compNode" presStyleCnt="0"/>
      <dgm:spPr/>
    </dgm:pt>
    <dgm:pt modelId="{4BD8EA0C-887D-4783-B12A-0D282661B943}" type="pres">
      <dgm:prSet presAssocID="{341A8D53-FD84-4C98-9249-72BE38ACBB58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7E520A9E-08B8-4C70-B5F0-A3C9FDC1AF81}" type="pres">
      <dgm:prSet presAssocID="{341A8D53-FD84-4C98-9249-72BE38ACBB58}" presName="spaceRect" presStyleCnt="0"/>
      <dgm:spPr/>
    </dgm:pt>
    <dgm:pt modelId="{6B48B6F8-02E7-4644-B46E-1140B2F81104}" type="pres">
      <dgm:prSet presAssocID="{341A8D53-FD84-4C98-9249-72BE38ACBB58}" presName="textRect" presStyleLbl="revTx" presStyleIdx="4" presStyleCnt="6">
        <dgm:presLayoutVars>
          <dgm:chMax val="1"/>
          <dgm:chPref val="1"/>
        </dgm:presLayoutVars>
      </dgm:prSet>
      <dgm:spPr/>
    </dgm:pt>
    <dgm:pt modelId="{6AD1E967-E1B8-4179-ACCB-0FFD38DCA77C}" type="pres">
      <dgm:prSet presAssocID="{B9257332-16EA-4274-84D8-FAE34D578068}" presName="sibTrans" presStyleCnt="0"/>
      <dgm:spPr/>
    </dgm:pt>
    <dgm:pt modelId="{9A8BA3BE-AA3A-4D20-A044-8A1E53FA9DCF}" type="pres">
      <dgm:prSet presAssocID="{4FBDB336-F87B-4EBE-BB6B-928022BE5269}" presName="compNode" presStyleCnt="0"/>
      <dgm:spPr/>
    </dgm:pt>
    <dgm:pt modelId="{CCC9B806-B2E2-4467-8843-06DE77CCF040}" type="pres">
      <dgm:prSet presAssocID="{4FBDB336-F87B-4EBE-BB6B-928022BE526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 On"/>
        </a:ext>
      </dgm:extLst>
    </dgm:pt>
    <dgm:pt modelId="{28B358AE-9CDE-40B0-BFF5-FEE5CBC633C6}" type="pres">
      <dgm:prSet presAssocID="{4FBDB336-F87B-4EBE-BB6B-928022BE5269}" presName="spaceRect" presStyleCnt="0"/>
      <dgm:spPr/>
    </dgm:pt>
    <dgm:pt modelId="{FC217495-4152-4160-9B0E-E9D3DB545571}" type="pres">
      <dgm:prSet presAssocID="{4FBDB336-F87B-4EBE-BB6B-928022BE526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A27F91D-5087-4688-BE93-46B43B11F246}" type="presOf" srcId="{4FBDB336-F87B-4EBE-BB6B-928022BE5269}" destId="{FC217495-4152-4160-9B0E-E9D3DB545571}" srcOrd="0" destOrd="0" presId="urn:microsoft.com/office/officeart/2018/2/layout/IconLabelList"/>
    <dgm:cxn modelId="{B1F93E27-FD64-4EBB-A67A-6E9593E561F8}" type="presOf" srcId="{369315A6-9F22-46A6-90A4-270CA7F44816}" destId="{9BBDCC62-E34D-4AE3-AB36-FA345D58DFB0}" srcOrd="0" destOrd="0" presId="urn:microsoft.com/office/officeart/2018/2/layout/IconLabelList"/>
    <dgm:cxn modelId="{764F6935-E1CB-4C4D-B8F1-2D39439C491C}" srcId="{A228BAB2-F488-468B-B689-28C1A5D954E3}" destId="{341A8D53-FD84-4C98-9249-72BE38ACBB58}" srcOrd="4" destOrd="0" parTransId="{BB2C7738-1EB0-4B5C-8907-F8330963A460}" sibTransId="{B9257332-16EA-4274-84D8-FAE34D578068}"/>
    <dgm:cxn modelId="{E2D0A638-FEF8-4464-BFA5-BFB0B19113E6}" srcId="{A228BAB2-F488-468B-B689-28C1A5D954E3}" destId="{4FBDB336-F87B-4EBE-BB6B-928022BE5269}" srcOrd="5" destOrd="0" parTransId="{4D0A1E14-0AED-402B-B0F8-91C472B00E6A}" sibTransId="{D7A8C9E0-ADB2-480C-90C5-0D55F85D4E1F}"/>
    <dgm:cxn modelId="{7D5FDA40-0FA9-4420-A0B5-59E366C5D4E1}" type="presOf" srcId="{48C41E09-D21C-45E0-A60E-FC6D94D73EDB}" destId="{67DD3B8D-2452-420E-9B32-6EC771B08E78}" srcOrd="0" destOrd="0" presId="urn:microsoft.com/office/officeart/2018/2/layout/IconLabelList"/>
    <dgm:cxn modelId="{B03CDE6C-6B58-4A25-ADA7-EC026309A478}" srcId="{A228BAB2-F488-468B-B689-28C1A5D954E3}" destId="{EDE25364-F2E3-49A4-AC7D-7C0BBD40A2C2}" srcOrd="2" destOrd="0" parTransId="{7AECA861-5C07-4902-875A-C3925341BC2C}" sibTransId="{7554102A-3670-4C9F-8A88-F796CDCADE3C}"/>
    <dgm:cxn modelId="{53F42F7E-03B5-40FA-B838-1C4A16608F87}" type="presOf" srcId="{341A8D53-FD84-4C98-9249-72BE38ACBB58}" destId="{6B48B6F8-02E7-4644-B46E-1140B2F81104}" srcOrd="0" destOrd="0" presId="urn:microsoft.com/office/officeart/2018/2/layout/IconLabelList"/>
    <dgm:cxn modelId="{6B19C19C-59D6-41E6-98BF-889ADB28CF39}" srcId="{A228BAB2-F488-468B-B689-28C1A5D954E3}" destId="{68966141-BBEA-4781-9A2D-79DABA71006B}" srcOrd="1" destOrd="0" parTransId="{D28C6C67-E9EC-4FB9-92AF-EEC1664CFB8C}" sibTransId="{3AD0418F-179F-4842-929A-6E10EAD18AA1}"/>
    <dgm:cxn modelId="{453B5CC3-9397-4F37-BD67-94AB7D3BD97B}" srcId="{A228BAB2-F488-468B-B689-28C1A5D954E3}" destId="{369315A6-9F22-46A6-90A4-270CA7F44816}" srcOrd="0" destOrd="0" parTransId="{8F537479-B10B-4278-96E3-9E70F9AF7A3B}" sibTransId="{7D7B10B9-D0E3-4E64-838E-48040BC57724}"/>
    <dgm:cxn modelId="{2FC4F0C8-39F3-4BBC-8F91-990786C045DA}" type="presOf" srcId="{EDE25364-F2E3-49A4-AC7D-7C0BBD40A2C2}" destId="{3ECA36FD-F7A2-4B2B-A324-E0FCD18ECB4D}" srcOrd="0" destOrd="0" presId="urn:microsoft.com/office/officeart/2018/2/layout/IconLabelList"/>
    <dgm:cxn modelId="{5CEB77DA-EDBD-4C24-8E1C-DA0C08387278}" type="presOf" srcId="{A228BAB2-F488-468B-B689-28C1A5D954E3}" destId="{A93DC002-9FDF-4848-9722-F641D8D7A523}" srcOrd="0" destOrd="0" presId="urn:microsoft.com/office/officeart/2018/2/layout/IconLabelList"/>
    <dgm:cxn modelId="{BF701AEC-30CE-4894-8BFC-B46B83A2A647}" srcId="{A228BAB2-F488-468B-B689-28C1A5D954E3}" destId="{48C41E09-D21C-45E0-A60E-FC6D94D73EDB}" srcOrd="3" destOrd="0" parTransId="{F7C983EE-8CB4-4106-A39A-3A627915D754}" sibTransId="{CED0F736-470D-4887-855D-B1D092460D58}"/>
    <dgm:cxn modelId="{7D1DDAF4-DDF8-4CAB-8891-783340C6D36C}" type="presOf" srcId="{68966141-BBEA-4781-9A2D-79DABA71006B}" destId="{6AED9403-1609-4227-AA12-62BB14B62ACC}" srcOrd="0" destOrd="0" presId="urn:microsoft.com/office/officeart/2018/2/layout/IconLabelList"/>
    <dgm:cxn modelId="{1AEEA59B-CB92-4937-8EE8-49CA26B024EF}" type="presParOf" srcId="{A93DC002-9FDF-4848-9722-F641D8D7A523}" destId="{5354DAEB-7346-4ACE-80EB-831D66E3483D}" srcOrd="0" destOrd="0" presId="urn:microsoft.com/office/officeart/2018/2/layout/IconLabelList"/>
    <dgm:cxn modelId="{6217C985-0E01-4414-A6C6-DB68BF383F27}" type="presParOf" srcId="{5354DAEB-7346-4ACE-80EB-831D66E3483D}" destId="{E961E232-A433-4A13-B937-36E1B45958B4}" srcOrd="0" destOrd="0" presId="urn:microsoft.com/office/officeart/2018/2/layout/IconLabelList"/>
    <dgm:cxn modelId="{1A74C8E1-00BF-4E1B-892F-03EE7F8E48C7}" type="presParOf" srcId="{5354DAEB-7346-4ACE-80EB-831D66E3483D}" destId="{E01BB5EF-083D-4E9E-B951-B2DB26570892}" srcOrd="1" destOrd="0" presId="urn:microsoft.com/office/officeart/2018/2/layout/IconLabelList"/>
    <dgm:cxn modelId="{A35A44EE-2E07-4E62-A4CB-29ACB4E769C2}" type="presParOf" srcId="{5354DAEB-7346-4ACE-80EB-831D66E3483D}" destId="{9BBDCC62-E34D-4AE3-AB36-FA345D58DFB0}" srcOrd="2" destOrd="0" presId="urn:microsoft.com/office/officeart/2018/2/layout/IconLabelList"/>
    <dgm:cxn modelId="{35C88D2B-1B08-40E0-A467-7A282F75CF81}" type="presParOf" srcId="{A93DC002-9FDF-4848-9722-F641D8D7A523}" destId="{5E8EF2ED-6E0C-415A-9939-43438A45BFCF}" srcOrd="1" destOrd="0" presId="urn:microsoft.com/office/officeart/2018/2/layout/IconLabelList"/>
    <dgm:cxn modelId="{41CAEF2F-5370-456A-8FBF-FA128F3BF6CE}" type="presParOf" srcId="{A93DC002-9FDF-4848-9722-F641D8D7A523}" destId="{80B14879-5196-47EC-9AB3-160035A3D7A3}" srcOrd="2" destOrd="0" presId="urn:microsoft.com/office/officeart/2018/2/layout/IconLabelList"/>
    <dgm:cxn modelId="{CE4EFECB-2325-4825-87A5-E2FC587623A3}" type="presParOf" srcId="{80B14879-5196-47EC-9AB3-160035A3D7A3}" destId="{0D7C8B70-84E2-4432-AD0C-C02BCB47524F}" srcOrd="0" destOrd="0" presId="urn:microsoft.com/office/officeart/2018/2/layout/IconLabelList"/>
    <dgm:cxn modelId="{8944E79F-CCA8-4936-B213-568952A0D17B}" type="presParOf" srcId="{80B14879-5196-47EC-9AB3-160035A3D7A3}" destId="{00054412-7A47-4D8E-8B43-4371DBD6CE66}" srcOrd="1" destOrd="0" presId="urn:microsoft.com/office/officeart/2018/2/layout/IconLabelList"/>
    <dgm:cxn modelId="{C54CAA7B-0ADE-421C-BD8A-18BDA5D31810}" type="presParOf" srcId="{80B14879-5196-47EC-9AB3-160035A3D7A3}" destId="{6AED9403-1609-4227-AA12-62BB14B62ACC}" srcOrd="2" destOrd="0" presId="urn:microsoft.com/office/officeart/2018/2/layout/IconLabelList"/>
    <dgm:cxn modelId="{C657BC5F-3AC1-4EE8-BEF1-9EA476DB8448}" type="presParOf" srcId="{A93DC002-9FDF-4848-9722-F641D8D7A523}" destId="{51A4CE34-135B-4F9A-8C4D-2FDB3F6DB8F7}" srcOrd="3" destOrd="0" presId="urn:microsoft.com/office/officeart/2018/2/layout/IconLabelList"/>
    <dgm:cxn modelId="{14D25F8A-9C4E-4A35-B308-C37DB38A1AB5}" type="presParOf" srcId="{A93DC002-9FDF-4848-9722-F641D8D7A523}" destId="{1599413F-24E9-49F4-B582-08E1AFB17B5F}" srcOrd="4" destOrd="0" presId="urn:microsoft.com/office/officeart/2018/2/layout/IconLabelList"/>
    <dgm:cxn modelId="{5ECDBF8F-9EEC-4B08-98A0-E3343168662C}" type="presParOf" srcId="{1599413F-24E9-49F4-B582-08E1AFB17B5F}" destId="{49685C07-14BC-4AA0-9381-B2903EF9EEA6}" srcOrd="0" destOrd="0" presId="urn:microsoft.com/office/officeart/2018/2/layout/IconLabelList"/>
    <dgm:cxn modelId="{E47DE7C1-3581-40D9-B914-D80A1F166F7E}" type="presParOf" srcId="{1599413F-24E9-49F4-B582-08E1AFB17B5F}" destId="{F5FC3ED9-3A9F-40C2-9E35-71C63AA1A26F}" srcOrd="1" destOrd="0" presId="urn:microsoft.com/office/officeart/2018/2/layout/IconLabelList"/>
    <dgm:cxn modelId="{4F2321A4-A5A3-40A1-8930-D6D52887B3EE}" type="presParOf" srcId="{1599413F-24E9-49F4-B582-08E1AFB17B5F}" destId="{3ECA36FD-F7A2-4B2B-A324-E0FCD18ECB4D}" srcOrd="2" destOrd="0" presId="urn:microsoft.com/office/officeart/2018/2/layout/IconLabelList"/>
    <dgm:cxn modelId="{A4788084-9784-4186-B990-A973F7CFBFFA}" type="presParOf" srcId="{A93DC002-9FDF-4848-9722-F641D8D7A523}" destId="{48E46FC8-57A9-47E9-90A0-08DDCFCF6607}" srcOrd="5" destOrd="0" presId="urn:microsoft.com/office/officeart/2018/2/layout/IconLabelList"/>
    <dgm:cxn modelId="{8882E3B5-0362-4F87-A23D-15E9064FEBB1}" type="presParOf" srcId="{A93DC002-9FDF-4848-9722-F641D8D7A523}" destId="{B5A141ED-7CA2-47C1-BFCF-E8D77C221F1B}" srcOrd="6" destOrd="0" presId="urn:microsoft.com/office/officeart/2018/2/layout/IconLabelList"/>
    <dgm:cxn modelId="{401D4165-C86A-4FEE-BE8C-B4223CD14BD0}" type="presParOf" srcId="{B5A141ED-7CA2-47C1-BFCF-E8D77C221F1B}" destId="{E256D547-263C-49A2-AC57-41E2E7C71775}" srcOrd="0" destOrd="0" presId="urn:microsoft.com/office/officeart/2018/2/layout/IconLabelList"/>
    <dgm:cxn modelId="{B3F106BE-B10B-4EFF-BE8D-842D9DE1E5D1}" type="presParOf" srcId="{B5A141ED-7CA2-47C1-BFCF-E8D77C221F1B}" destId="{1FCE53D3-7B54-40BB-AFDA-47B10770A969}" srcOrd="1" destOrd="0" presId="urn:microsoft.com/office/officeart/2018/2/layout/IconLabelList"/>
    <dgm:cxn modelId="{6D46D1E3-611C-4CB1-85A1-3181C712A749}" type="presParOf" srcId="{B5A141ED-7CA2-47C1-BFCF-E8D77C221F1B}" destId="{67DD3B8D-2452-420E-9B32-6EC771B08E78}" srcOrd="2" destOrd="0" presId="urn:microsoft.com/office/officeart/2018/2/layout/IconLabelList"/>
    <dgm:cxn modelId="{E7CA300C-C2CB-4170-96DE-33F3633CB5BC}" type="presParOf" srcId="{A93DC002-9FDF-4848-9722-F641D8D7A523}" destId="{7C788AAC-6F11-4B45-97B9-E9288FB35720}" srcOrd="7" destOrd="0" presId="urn:microsoft.com/office/officeart/2018/2/layout/IconLabelList"/>
    <dgm:cxn modelId="{EABED3F3-732B-4AFF-8444-17CD5DF67C40}" type="presParOf" srcId="{A93DC002-9FDF-4848-9722-F641D8D7A523}" destId="{4D352538-5C61-4E5B-8B01-934B5E2C94FE}" srcOrd="8" destOrd="0" presId="urn:microsoft.com/office/officeart/2018/2/layout/IconLabelList"/>
    <dgm:cxn modelId="{56ACC590-CC58-479E-A477-92CC63D01F05}" type="presParOf" srcId="{4D352538-5C61-4E5B-8B01-934B5E2C94FE}" destId="{4BD8EA0C-887D-4783-B12A-0D282661B943}" srcOrd="0" destOrd="0" presId="urn:microsoft.com/office/officeart/2018/2/layout/IconLabelList"/>
    <dgm:cxn modelId="{6DD2DB25-1A6C-44C1-838F-37E39116F90D}" type="presParOf" srcId="{4D352538-5C61-4E5B-8B01-934B5E2C94FE}" destId="{7E520A9E-08B8-4C70-B5F0-A3C9FDC1AF81}" srcOrd="1" destOrd="0" presId="urn:microsoft.com/office/officeart/2018/2/layout/IconLabelList"/>
    <dgm:cxn modelId="{8857740B-FEE3-4A29-B442-AD28B84FE9CE}" type="presParOf" srcId="{4D352538-5C61-4E5B-8B01-934B5E2C94FE}" destId="{6B48B6F8-02E7-4644-B46E-1140B2F81104}" srcOrd="2" destOrd="0" presId="urn:microsoft.com/office/officeart/2018/2/layout/IconLabelList"/>
    <dgm:cxn modelId="{898B9236-DC36-4D4E-A7AB-6F30DCC17D35}" type="presParOf" srcId="{A93DC002-9FDF-4848-9722-F641D8D7A523}" destId="{6AD1E967-E1B8-4179-ACCB-0FFD38DCA77C}" srcOrd="9" destOrd="0" presId="urn:microsoft.com/office/officeart/2018/2/layout/IconLabelList"/>
    <dgm:cxn modelId="{3B857245-B161-49A9-9CA5-5FA4007BBC04}" type="presParOf" srcId="{A93DC002-9FDF-4848-9722-F641D8D7A523}" destId="{9A8BA3BE-AA3A-4D20-A044-8A1E53FA9DCF}" srcOrd="10" destOrd="0" presId="urn:microsoft.com/office/officeart/2018/2/layout/IconLabelList"/>
    <dgm:cxn modelId="{9217B362-3F0A-4599-89D8-C9C6F704A97C}" type="presParOf" srcId="{9A8BA3BE-AA3A-4D20-A044-8A1E53FA9DCF}" destId="{CCC9B806-B2E2-4467-8843-06DE77CCF040}" srcOrd="0" destOrd="0" presId="urn:microsoft.com/office/officeart/2018/2/layout/IconLabelList"/>
    <dgm:cxn modelId="{DCF71F29-0C0D-41BB-903B-3C54C26EEF60}" type="presParOf" srcId="{9A8BA3BE-AA3A-4D20-A044-8A1E53FA9DCF}" destId="{28B358AE-9CDE-40B0-BFF5-FEE5CBC633C6}" srcOrd="1" destOrd="0" presId="urn:microsoft.com/office/officeart/2018/2/layout/IconLabelList"/>
    <dgm:cxn modelId="{3B36698B-A8D7-4C51-884D-B07973B33FF8}" type="presParOf" srcId="{9A8BA3BE-AA3A-4D20-A044-8A1E53FA9DCF}" destId="{FC217495-4152-4160-9B0E-E9D3DB5455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73F9CE-F431-46DC-916F-7CAE7A17AB0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B968F6-B8C3-4B7E-9B67-7A9106EB6C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Levering av produktet</a:t>
          </a:r>
        </a:p>
      </dgm:t>
    </dgm:pt>
    <dgm:pt modelId="{3D702A6B-ADDF-41F5-A27C-943A829B3176}" type="parTrans" cxnId="{EC944AC9-5504-4A1B-A446-9B6226A1D51E}">
      <dgm:prSet/>
      <dgm:spPr/>
      <dgm:t>
        <a:bodyPr/>
        <a:lstStyle/>
        <a:p>
          <a:endParaRPr lang="en-US"/>
        </a:p>
      </dgm:t>
    </dgm:pt>
    <dgm:pt modelId="{AED6A51E-389E-4989-821A-17C3C9CCBE7B}" type="sibTrans" cxnId="{EC944AC9-5504-4A1B-A446-9B6226A1D51E}">
      <dgm:prSet/>
      <dgm:spPr/>
      <dgm:t>
        <a:bodyPr/>
        <a:lstStyle/>
        <a:p>
          <a:endParaRPr lang="en-US"/>
        </a:p>
      </dgm:t>
    </dgm:pt>
    <dgm:pt modelId="{8C842618-64E4-42AC-9AFA-2E1C1CA39E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Presentasjon av produkt til kunde</a:t>
          </a:r>
        </a:p>
      </dgm:t>
    </dgm:pt>
    <dgm:pt modelId="{C3ECC327-2FB4-4824-B812-8C2D032A134F}" type="parTrans" cxnId="{356BE546-1725-4C16-8C1C-C2029A518577}">
      <dgm:prSet/>
      <dgm:spPr/>
      <dgm:t>
        <a:bodyPr/>
        <a:lstStyle/>
        <a:p>
          <a:endParaRPr lang="en-US"/>
        </a:p>
      </dgm:t>
    </dgm:pt>
    <dgm:pt modelId="{D0881806-CD94-4F21-A6F9-49443762A34A}" type="sibTrans" cxnId="{356BE546-1725-4C16-8C1C-C2029A518577}">
      <dgm:prSet/>
      <dgm:spPr/>
      <dgm:t>
        <a:bodyPr/>
        <a:lstStyle/>
        <a:p>
          <a:endParaRPr lang="en-US"/>
        </a:p>
      </dgm:t>
    </dgm:pt>
    <dgm:pt modelId="{4D5BBBC7-2073-4CD1-9C4B-53939F5466CB}" type="pres">
      <dgm:prSet presAssocID="{4E73F9CE-F431-46DC-916F-7CAE7A17AB01}" presName="root" presStyleCnt="0">
        <dgm:presLayoutVars>
          <dgm:dir/>
          <dgm:resizeHandles val="exact"/>
        </dgm:presLayoutVars>
      </dgm:prSet>
      <dgm:spPr/>
    </dgm:pt>
    <dgm:pt modelId="{7B559F78-66E4-4FDC-B139-F613C1B30F15}" type="pres">
      <dgm:prSet presAssocID="{75B968F6-B8C3-4B7E-9B67-7A9106EB6CA3}" presName="compNode" presStyleCnt="0"/>
      <dgm:spPr/>
    </dgm:pt>
    <dgm:pt modelId="{91BA023F-C18A-4DDB-B74B-7701074FDACB}" type="pres">
      <dgm:prSet presAssocID="{75B968F6-B8C3-4B7E-9B67-7A9106EB6CA3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EC5217F5-CEF2-4C62-97D0-78F3A8345F7B}" type="pres">
      <dgm:prSet presAssocID="{75B968F6-B8C3-4B7E-9B67-7A9106EB6CA3}" presName="spaceRect" presStyleCnt="0"/>
      <dgm:spPr/>
    </dgm:pt>
    <dgm:pt modelId="{50717824-DAFF-4216-B133-53267E359D01}" type="pres">
      <dgm:prSet presAssocID="{75B968F6-B8C3-4B7E-9B67-7A9106EB6CA3}" presName="textRect" presStyleLbl="revTx" presStyleIdx="0" presStyleCnt="2">
        <dgm:presLayoutVars>
          <dgm:chMax val="1"/>
          <dgm:chPref val="1"/>
        </dgm:presLayoutVars>
      </dgm:prSet>
      <dgm:spPr/>
    </dgm:pt>
    <dgm:pt modelId="{EC50833F-0E87-4C29-BA02-016B23CDCECA}" type="pres">
      <dgm:prSet presAssocID="{AED6A51E-389E-4989-821A-17C3C9CCBE7B}" presName="sibTrans" presStyleCnt="0"/>
      <dgm:spPr/>
    </dgm:pt>
    <dgm:pt modelId="{1F6E966B-AF81-4F70-8F70-C16C2E73AAA7}" type="pres">
      <dgm:prSet presAssocID="{8C842618-64E4-42AC-9AFA-2E1C1CA39E4E}" presName="compNode" presStyleCnt="0"/>
      <dgm:spPr/>
    </dgm:pt>
    <dgm:pt modelId="{A1D5BB77-0B81-4581-8446-85A41F1D569B}" type="pres">
      <dgm:prSet presAssocID="{8C842618-64E4-42AC-9AFA-2E1C1CA39E4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4FF991D-9E20-46D1-BEA8-C0B2CF4749B8}" type="pres">
      <dgm:prSet presAssocID="{8C842618-64E4-42AC-9AFA-2E1C1CA39E4E}" presName="spaceRect" presStyleCnt="0"/>
      <dgm:spPr/>
    </dgm:pt>
    <dgm:pt modelId="{2BF6CABC-BE53-4509-86A7-C6AD65943ECE}" type="pres">
      <dgm:prSet presAssocID="{8C842618-64E4-42AC-9AFA-2E1C1CA39E4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56BE546-1725-4C16-8C1C-C2029A518577}" srcId="{4E73F9CE-F431-46DC-916F-7CAE7A17AB01}" destId="{8C842618-64E4-42AC-9AFA-2E1C1CA39E4E}" srcOrd="1" destOrd="0" parTransId="{C3ECC327-2FB4-4824-B812-8C2D032A134F}" sibTransId="{D0881806-CD94-4F21-A6F9-49443762A34A}"/>
    <dgm:cxn modelId="{9067CD4D-C5FE-4B8F-ABB4-FB006626CA6C}" type="presOf" srcId="{4E73F9CE-F431-46DC-916F-7CAE7A17AB01}" destId="{4D5BBBC7-2073-4CD1-9C4B-53939F5466CB}" srcOrd="0" destOrd="0" presId="urn:microsoft.com/office/officeart/2018/2/layout/IconLabelList"/>
    <dgm:cxn modelId="{EC944AC9-5504-4A1B-A446-9B6226A1D51E}" srcId="{4E73F9CE-F431-46DC-916F-7CAE7A17AB01}" destId="{75B968F6-B8C3-4B7E-9B67-7A9106EB6CA3}" srcOrd="0" destOrd="0" parTransId="{3D702A6B-ADDF-41F5-A27C-943A829B3176}" sibTransId="{AED6A51E-389E-4989-821A-17C3C9CCBE7B}"/>
    <dgm:cxn modelId="{175F7BD6-CF15-4729-A971-3D98265E1363}" type="presOf" srcId="{8C842618-64E4-42AC-9AFA-2E1C1CA39E4E}" destId="{2BF6CABC-BE53-4509-86A7-C6AD65943ECE}" srcOrd="0" destOrd="0" presId="urn:microsoft.com/office/officeart/2018/2/layout/IconLabelList"/>
    <dgm:cxn modelId="{D3F546E5-298E-4ED5-83EE-00B4B770EADF}" type="presOf" srcId="{75B968F6-B8C3-4B7E-9B67-7A9106EB6CA3}" destId="{50717824-DAFF-4216-B133-53267E359D01}" srcOrd="0" destOrd="0" presId="urn:microsoft.com/office/officeart/2018/2/layout/IconLabelList"/>
    <dgm:cxn modelId="{F690C106-ED3B-4583-8DCE-64D187F66455}" type="presParOf" srcId="{4D5BBBC7-2073-4CD1-9C4B-53939F5466CB}" destId="{7B559F78-66E4-4FDC-B139-F613C1B30F15}" srcOrd="0" destOrd="0" presId="urn:microsoft.com/office/officeart/2018/2/layout/IconLabelList"/>
    <dgm:cxn modelId="{649E5A48-8562-49F8-9DB4-F643189D5790}" type="presParOf" srcId="{7B559F78-66E4-4FDC-B139-F613C1B30F15}" destId="{91BA023F-C18A-4DDB-B74B-7701074FDACB}" srcOrd="0" destOrd="0" presId="urn:microsoft.com/office/officeart/2018/2/layout/IconLabelList"/>
    <dgm:cxn modelId="{5CB447F8-7661-4121-9B71-6F18D789DDD2}" type="presParOf" srcId="{7B559F78-66E4-4FDC-B139-F613C1B30F15}" destId="{EC5217F5-CEF2-4C62-97D0-78F3A8345F7B}" srcOrd="1" destOrd="0" presId="urn:microsoft.com/office/officeart/2018/2/layout/IconLabelList"/>
    <dgm:cxn modelId="{2191D81A-4352-474E-82B9-42671A32CDB9}" type="presParOf" srcId="{7B559F78-66E4-4FDC-B139-F613C1B30F15}" destId="{50717824-DAFF-4216-B133-53267E359D01}" srcOrd="2" destOrd="0" presId="urn:microsoft.com/office/officeart/2018/2/layout/IconLabelList"/>
    <dgm:cxn modelId="{F1B1A4DC-363A-46DC-B575-23207765BB25}" type="presParOf" srcId="{4D5BBBC7-2073-4CD1-9C4B-53939F5466CB}" destId="{EC50833F-0E87-4C29-BA02-016B23CDCECA}" srcOrd="1" destOrd="0" presId="urn:microsoft.com/office/officeart/2018/2/layout/IconLabelList"/>
    <dgm:cxn modelId="{49E941C5-3C96-47E0-9525-BD1406F0B59A}" type="presParOf" srcId="{4D5BBBC7-2073-4CD1-9C4B-53939F5466CB}" destId="{1F6E966B-AF81-4F70-8F70-C16C2E73AAA7}" srcOrd="2" destOrd="0" presId="urn:microsoft.com/office/officeart/2018/2/layout/IconLabelList"/>
    <dgm:cxn modelId="{8212D394-026D-41EB-B7FC-5414FC239BDB}" type="presParOf" srcId="{1F6E966B-AF81-4F70-8F70-C16C2E73AAA7}" destId="{A1D5BB77-0B81-4581-8446-85A41F1D569B}" srcOrd="0" destOrd="0" presId="urn:microsoft.com/office/officeart/2018/2/layout/IconLabelList"/>
    <dgm:cxn modelId="{54C4CD07-DAAC-4CEE-8434-4281F69CE66A}" type="presParOf" srcId="{1F6E966B-AF81-4F70-8F70-C16C2E73AAA7}" destId="{74FF991D-9E20-46D1-BEA8-C0B2CF4749B8}" srcOrd="1" destOrd="0" presId="urn:microsoft.com/office/officeart/2018/2/layout/IconLabelList"/>
    <dgm:cxn modelId="{3DE00CA4-AF59-498A-8B06-D7883C7FA75E}" type="presParOf" srcId="{1F6E966B-AF81-4F70-8F70-C16C2E73AAA7}" destId="{2BF6CABC-BE53-4509-86A7-C6AD65943EC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61E232-A433-4A13-B937-36E1B45958B4}">
      <dsp:nvSpPr>
        <dsp:cNvPr id="0" name=""/>
        <dsp:cNvSpPr/>
      </dsp:nvSpPr>
      <dsp:spPr>
        <a:xfrm>
          <a:off x="528000" y="59195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DCC62-E34D-4AE3-AB36-FA345D58DFB0}">
      <dsp:nvSpPr>
        <dsp:cNvPr id="0" name=""/>
        <dsp:cNvSpPr/>
      </dsp:nvSpPr>
      <dsp:spPr>
        <a:xfrm>
          <a:off x="33000" y="17220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Visualisere</a:t>
          </a:r>
          <a:r>
            <a:rPr lang="en-US" sz="2000" kern="1200" dirty="0"/>
            <a:t> </a:t>
          </a:r>
          <a:r>
            <a:rPr lang="en-US" sz="2000" kern="1200" dirty="0" err="1"/>
            <a:t>ulike</a:t>
          </a:r>
          <a:r>
            <a:rPr lang="en-US" sz="2000" kern="1200" dirty="0"/>
            <a:t> </a:t>
          </a:r>
          <a:r>
            <a:rPr lang="en-US" sz="2000" kern="1200" dirty="0" err="1"/>
            <a:t>ideer</a:t>
          </a:r>
          <a:endParaRPr lang="en-US" sz="2000" kern="1200" dirty="0"/>
        </a:p>
      </dsp:txBody>
      <dsp:txXfrm>
        <a:off x="33000" y="1722000"/>
        <a:ext cx="1800000" cy="720000"/>
      </dsp:txXfrm>
    </dsp:sp>
    <dsp:sp modelId="{0D7C8B70-84E2-4432-AD0C-C02BCB47524F}">
      <dsp:nvSpPr>
        <dsp:cNvPr id="0" name=""/>
        <dsp:cNvSpPr/>
      </dsp:nvSpPr>
      <dsp:spPr>
        <a:xfrm>
          <a:off x="2643000" y="59195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D9403-1609-4227-AA12-62BB14B62ACC}">
      <dsp:nvSpPr>
        <dsp:cNvPr id="0" name=""/>
        <dsp:cNvSpPr/>
      </dsp:nvSpPr>
      <dsp:spPr>
        <a:xfrm>
          <a:off x="2148000" y="17220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Semiotikk</a:t>
          </a:r>
        </a:p>
      </dsp:txBody>
      <dsp:txXfrm>
        <a:off x="2148000" y="1722000"/>
        <a:ext cx="1800000" cy="720000"/>
      </dsp:txXfrm>
    </dsp:sp>
    <dsp:sp modelId="{49685C07-14BC-4AA0-9381-B2903EF9EEA6}">
      <dsp:nvSpPr>
        <dsp:cNvPr id="0" name=""/>
        <dsp:cNvSpPr/>
      </dsp:nvSpPr>
      <dsp:spPr>
        <a:xfrm>
          <a:off x="4758000" y="59195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A36FD-F7A2-4B2B-A324-E0FCD18ECB4D}">
      <dsp:nvSpPr>
        <dsp:cNvPr id="0" name=""/>
        <dsp:cNvSpPr/>
      </dsp:nvSpPr>
      <dsp:spPr>
        <a:xfrm>
          <a:off x="4263000" y="172200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Typografi</a:t>
          </a:r>
          <a:endParaRPr lang="en-US" sz="2000" kern="1200" dirty="0"/>
        </a:p>
      </dsp:txBody>
      <dsp:txXfrm>
        <a:off x="4263000" y="1722000"/>
        <a:ext cx="1800000" cy="720000"/>
      </dsp:txXfrm>
    </dsp:sp>
    <dsp:sp modelId="{E256D547-263C-49A2-AC57-41E2E7C71775}">
      <dsp:nvSpPr>
        <dsp:cNvPr id="0" name=""/>
        <dsp:cNvSpPr/>
      </dsp:nvSpPr>
      <dsp:spPr>
        <a:xfrm>
          <a:off x="528000" y="2892000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D3B8D-2452-420E-9B32-6EC771B08E78}">
      <dsp:nvSpPr>
        <dsp:cNvPr id="0" name=""/>
        <dsp:cNvSpPr/>
      </dsp:nvSpPr>
      <dsp:spPr>
        <a:xfrm>
          <a:off x="33000" y="40220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Farger</a:t>
          </a:r>
        </a:p>
      </dsp:txBody>
      <dsp:txXfrm>
        <a:off x="33000" y="4022040"/>
        <a:ext cx="1800000" cy="720000"/>
      </dsp:txXfrm>
    </dsp:sp>
    <dsp:sp modelId="{4BD8EA0C-887D-4783-B12A-0D282661B943}">
      <dsp:nvSpPr>
        <dsp:cNvPr id="0" name=""/>
        <dsp:cNvSpPr/>
      </dsp:nvSpPr>
      <dsp:spPr>
        <a:xfrm>
          <a:off x="2643000" y="2892000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8B6F8-02E7-4644-B46E-1140B2F81104}">
      <dsp:nvSpPr>
        <dsp:cNvPr id="0" name=""/>
        <dsp:cNvSpPr/>
      </dsp:nvSpPr>
      <dsp:spPr>
        <a:xfrm>
          <a:off x="2148000" y="40220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Få tilbakemelding</a:t>
          </a:r>
        </a:p>
      </dsp:txBody>
      <dsp:txXfrm>
        <a:off x="2148000" y="4022040"/>
        <a:ext cx="1800000" cy="720000"/>
      </dsp:txXfrm>
    </dsp:sp>
    <dsp:sp modelId="{CCC9B806-B2E2-4467-8843-06DE77CCF040}">
      <dsp:nvSpPr>
        <dsp:cNvPr id="0" name=""/>
        <dsp:cNvSpPr/>
      </dsp:nvSpPr>
      <dsp:spPr>
        <a:xfrm>
          <a:off x="4758000" y="2892000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217495-4152-4160-9B0E-E9D3DB545571}">
      <dsp:nvSpPr>
        <dsp:cNvPr id="0" name=""/>
        <dsp:cNvSpPr/>
      </dsp:nvSpPr>
      <dsp:spPr>
        <a:xfrm>
          <a:off x="4263000" y="40220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 potensiale</a:t>
          </a:r>
        </a:p>
      </dsp:txBody>
      <dsp:txXfrm>
        <a:off x="4263000" y="4022040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A023F-C18A-4DDB-B74B-7701074FDACB}">
      <dsp:nvSpPr>
        <dsp:cNvPr id="0" name=""/>
        <dsp:cNvSpPr/>
      </dsp:nvSpPr>
      <dsp:spPr>
        <a:xfrm>
          <a:off x="1823999" y="34191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717824-DAFF-4216-B133-53267E359D01}">
      <dsp:nvSpPr>
        <dsp:cNvPr id="0" name=""/>
        <dsp:cNvSpPr/>
      </dsp:nvSpPr>
      <dsp:spPr>
        <a:xfrm>
          <a:off x="635999" y="275616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Levering av produktet</a:t>
          </a:r>
        </a:p>
      </dsp:txBody>
      <dsp:txXfrm>
        <a:off x="635999" y="2756166"/>
        <a:ext cx="4320000" cy="720000"/>
      </dsp:txXfrm>
    </dsp:sp>
    <dsp:sp modelId="{A1D5BB77-0B81-4581-8446-85A41F1D569B}">
      <dsp:nvSpPr>
        <dsp:cNvPr id="0" name=""/>
        <dsp:cNvSpPr/>
      </dsp:nvSpPr>
      <dsp:spPr>
        <a:xfrm>
          <a:off x="6900000" y="341916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6CABC-BE53-4509-86A7-C6AD65943ECE}">
      <dsp:nvSpPr>
        <dsp:cNvPr id="0" name=""/>
        <dsp:cNvSpPr/>
      </dsp:nvSpPr>
      <dsp:spPr>
        <a:xfrm>
          <a:off x="5712000" y="275616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Presentasjon av produkt til kunde</a:t>
          </a:r>
        </a:p>
      </dsp:txBody>
      <dsp:txXfrm>
        <a:off x="5712000" y="2756166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3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3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20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223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7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36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3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88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834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86F4E-8B69-FB6B-4A6C-632EFA6BE1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63" b="8309"/>
          <a:stretch/>
        </p:blipFill>
        <p:spPr>
          <a:xfrm>
            <a:off x="20" y="-1"/>
            <a:ext cx="12191979" cy="6858001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529223"/>
                </a:lnTo>
                <a:lnTo>
                  <a:pt x="11953979" y="541759"/>
                </a:lnTo>
                <a:cubicBezTo>
                  <a:pt x="11205478" y="591203"/>
                  <a:pt x="10431054" y="699982"/>
                  <a:pt x="9651089" y="827627"/>
                </a:cubicBezTo>
                <a:cubicBezTo>
                  <a:pt x="7233991" y="1222984"/>
                  <a:pt x="6590499" y="2476708"/>
                  <a:pt x="6133345" y="3948664"/>
                </a:cubicBezTo>
                <a:cubicBezTo>
                  <a:pt x="5827390" y="4934281"/>
                  <a:pt x="5572190" y="5830059"/>
                  <a:pt x="6876220" y="6551721"/>
                </a:cubicBezTo>
                <a:cubicBezTo>
                  <a:pt x="7059065" y="6652933"/>
                  <a:pt x="7253882" y="6741181"/>
                  <a:pt x="7457481" y="6819371"/>
                </a:cubicBezTo>
                <a:lnTo>
                  <a:pt x="756387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B2B1500-BB55-471C-8A9E-67288297E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86451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045E22C-A99D-41BB-AF14-EF1B1E74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1608" y="311727"/>
            <a:ext cx="6130391" cy="6546274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6CE44-6312-9D82-4876-F5C182C0C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0" y="2299787"/>
            <a:ext cx="3810000" cy="2286000"/>
          </a:xfrm>
        </p:spPr>
        <p:txBody>
          <a:bodyPr>
            <a:normAutofit/>
          </a:bodyPr>
          <a:lstStyle/>
          <a:p>
            <a:pPr algn="l"/>
            <a:r>
              <a:rPr lang="en-NO" sz="4400"/>
              <a:t>Prosjektgang</a:t>
            </a:r>
          </a:p>
        </p:txBody>
      </p:sp>
    </p:spTree>
    <p:extLst>
      <p:ext uri="{BB962C8B-B14F-4D97-AF65-F5344CB8AC3E}">
        <p14:creationId xmlns:p14="http://schemas.microsoft.com/office/powerpoint/2010/main" val="1156845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9901-F7A8-279D-2518-E36B0179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Slik jobber nesten </a:t>
            </a:r>
            <a:br>
              <a:rPr lang="en-NO" dirty="0"/>
            </a:br>
            <a:r>
              <a:rPr lang="en-NO" dirty="0"/>
              <a:t>alle designere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CF0FB-2A5E-724D-360E-C6054992C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74563"/>
            <a:ext cx="5334000" cy="3818083"/>
          </a:xfrm>
        </p:spPr>
        <p:txBody>
          <a:bodyPr/>
          <a:lstStyle/>
          <a:p>
            <a:r>
              <a:rPr lang="en-NO" dirty="0"/>
              <a:t>Bouvet, Olavstoppen, </a:t>
            </a:r>
            <a:br>
              <a:rPr lang="en-NO" dirty="0"/>
            </a:br>
            <a:r>
              <a:rPr lang="en-NO" dirty="0"/>
              <a:t>Bakken og Bæck</a:t>
            </a:r>
          </a:p>
          <a:p>
            <a:r>
              <a:rPr lang="en-NO" dirty="0"/>
              <a:t>Faste 6 steg</a:t>
            </a:r>
          </a:p>
          <a:p>
            <a:r>
              <a:rPr lang="en-NO" dirty="0"/>
              <a:t>Det kan brukes </a:t>
            </a:r>
            <a:r>
              <a:rPr lang="en-GB" dirty="0" err="1"/>
              <a:t>i</a:t>
            </a:r>
            <a:r>
              <a:rPr lang="en-GB" dirty="0"/>
              <a:t> alt </a:t>
            </a:r>
            <a:r>
              <a:rPr lang="en-GB" dirty="0" err="1"/>
              <a:t>innenfor</a:t>
            </a:r>
            <a:r>
              <a:rPr lang="en-GB" dirty="0"/>
              <a:t> </a:t>
            </a:r>
            <a:r>
              <a:rPr lang="en-GB" dirty="0" err="1"/>
              <a:t>medieproduksjon</a:t>
            </a:r>
            <a:endParaRPr lang="en-NO" dirty="0"/>
          </a:p>
        </p:txBody>
      </p:sp>
      <p:pic>
        <p:nvPicPr>
          <p:cNvPr id="4" name="Picture 2" descr="49 studenter fikk teste konsulenthverdagen i Bouvet! - Bouvet Norge">
            <a:extLst>
              <a:ext uri="{FF2B5EF4-FFF2-40B4-BE49-F238E27FC236}">
                <a16:creationId xmlns:a16="http://schemas.microsoft.com/office/drawing/2014/main" id="{A8418FAB-FB7E-631D-ACEA-19424B4454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10" r="12891" b="3"/>
          <a:stretch>
            <a:fillRect/>
          </a:stretch>
        </p:blipFill>
        <p:spPr>
          <a:xfrm>
            <a:off x="6591113" y="1054605"/>
            <a:ext cx="4748790" cy="474879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89217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Kalender på bord">
            <a:extLst>
              <a:ext uri="{FF2B5EF4-FFF2-40B4-BE49-F238E27FC236}">
                <a16:creationId xmlns:a16="http://schemas.microsoft.com/office/drawing/2014/main" id="{B27B050B-FD26-FB7F-E383-E4C8FFE9EF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9" r="36198" b="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20672-ACD6-D076-637F-65A17C1E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NO" sz="2400" dirty="0"/>
              <a:t>Brief</a:t>
            </a:r>
          </a:p>
          <a:p>
            <a:pPr marL="514350" indent="-514350">
              <a:buFont typeface="+mj-lt"/>
              <a:buAutoNum type="arabicPeriod"/>
            </a:pPr>
            <a:r>
              <a:rPr lang="en-NO" sz="2400" dirty="0"/>
              <a:t>Planlegging &amp; Utforsking</a:t>
            </a:r>
          </a:p>
          <a:p>
            <a:pPr marL="514350" indent="-514350">
              <a:buFont typeface="+mj-lt"/>
              <a:buAutoNum type="arabicPeriod"/>
            </a:pPr>
            <a:r>
              <a:rPr lang="en-NO" sz="2400" dirty="0"/>
              <a:t>Konseptualisering</a:t>
            </a:r>
          </a:p>
          <a:p>
            <a:pPr marL="514350" indent="-514350">
              <a:buFont typeface="+mj-lt"/>
              <a:buAutoNum type="arabicPeriod"/>
            </a:pPr>
            <a:r>
              <a:rPr lang="en-NO" sz="2400" dirty="0"/>
              <a:t>Produksjon</a:t>
            </a:r>
          </a:p>
          <a:p>
            <a:pPr marL="514350" indent="-514350">
              <a:buFont typeface="+mj-lt"/>
              <a:buAutoNum type="arabicPeriod"/>
            </a:pPr>
            <a:r>
              <a:rPr lang="en-NO" sz="2400" dirty="0"/>
              <a:t>Standarisering</a:t>
            </a:r>
          </a:p>
          <a:p>
            <a:pPr marL="514350" indent="-514350">
              <a:buFont typeface="+mj-lt"/>
              <a:buAutoNum type="arabicPeriod"/>
            </a:pPr>
            <a:r>
              <a:rPr lang="en-NO" sz="2400" dirty="0"/>
              <a:t>Presentasjon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426C8-6187-0755-A6B3-1E08F05BA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NO" sz="3200"/>
              <a:t>Prosjektgang</a:t>
            </a:r>
          </a:p>
        </p:txBody>
      </p:sp>
    </p:spTree>
    <p:extLst>
      <p:ext uri="{BB962C8B-B14F-4D97-AF65-F5344CB8AC3E}">
        <p14:creationId xmlns:p14="http://schemas.microsoft.com/office/powerpoint/2010/main" val="282994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9F47-DEA2-608A-51F2-CF77CC65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1. Brief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D787E-0E72-A461-A8B8-0349AF31A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En forklaring på hva oppdraget er</a:t>
            </a:r>
          </a:p>
          <a:p>
            <a:r>
              <a:rPr lang="en-NO" dirty="0"/>
              <a:t>Hva er det kunden trenger</a:t>
            </a:r>
          </a:p>
        </p:txBody>
      </p:sp>
    </p:spTree>
    <p:extLst>
      <p:ext uri="{BB962C8B-B14F-4D97-AF65-F5344CB8AC3E}">
        <p14:creationId xmlns:p14="http://schemas.microsoft.com/office/powerpoint/2010/main" val="3289181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D065C6D-EB42-400B-99C4-D0ACE936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3174" y="0"/>
            <a:ext cx="5578824" cy="6028256"/>
          </a:xfrm>
          <a:custGeom>
            <a:avLst/>
            <a:gdLst>
              <a:gd name="connsiteX0" fmla="*/ 1681218 w 5578824"/>
              <a:gd name="connsiteY0" fmla="*/ 0 h 6028256"/>
              <a:gd name="connsiteX1" fmla="*/ 5578824 w 5578824"/>
              <a:gd name="connsiteY1" fmla="*/ 0 h 6028256"/>
              <a:gd name="connsiteX2" fmla="*/ 5578824 w 5578824"/>
              <a:gd name="connsiteY2" fmla="*/ 5760161 h 6028256"/>
              <a:gd name="connsiteX3" fmla="*/ 5441231 w 5578824"/>
              <a:gd name="connsiteY3" fmla="*/ 5804042 h 6028256"/>
              <a:gd name="connsiteX4" fmla="*/ 4253224 w 5578824"/>
              <a:gd name="connsiteY4" fmla="*/ 5980388 h 6028256"/>
              <a:gd name="connsiteX5" fmla="*/ 837278 w 5578824"/>
              <a:gd name="connsiteY5" fmla="*/ 4877588 h 6028256"/>
              <a:gd name="connsiteX6" fmla="*/ 109626 w 5578824"/>
              <a:gd name="connsiteY6" fmla="*/ 3329255 h 6028256"/>
              <a:gd name="connsiteX7" fmla="*/ 156962 w 5578824"/>
              <a:gd name="connsiteY7" fmla="*/ 1773839 h 6028256"/>
              <a:gd name="connsiteX8" fmla="*/ 904890 w 5578824"/>
              <a:gd name="connsiteY8" fmla="*/ 738354 h 6028256"/>
              <a:gd name="connsiteX9" fmla="*/ 1304592 w 5578824"/>
              <a:gd name="connsiteY9" fmla="*/ 360545 h 6028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A7B0A-B3FD-2502-913D-5F9615E0C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NO" sz="2400" dirty="0"/>
              <a:t>Målgruppe</a:t>
            </a:r>
          </a:p>
          <a:p>
            <a:pPr>
              <a:lnSpc>
                <a:spcPct val="115000"/>
              </a:lnSpc>
            </a:pPr>
            <a:r>
              <a:rPr lang="en-NO" sz="2400" dirty="0"/>
              <a:t>Ikke tenk løsning – ikke skap noe</a:t>
            </a:r>
          </a:p>
          <a:p>
            <a:pPr>
              <a:lnSpc>
                <a:spcPct val="115000"/>
              </a:lnSpc>
            </a:pPr>
            <a:r>
              <a:rPr lang="en-NO" sz="2400" dirty="0"/>
              <a:t>Bred og åpen utforskning</a:t>
            </a:r>
          </a:p>
          <a:p>
            <a:pPr>
              <a:lnSpc>
                <a:spcPct val="115000"/>
              </a:lnSpc>
            </a:pPr>
            <a:r>
              <a:rPr lang="en-NO" sz="2400" dirty="0"/>
              <a:t>Lær av konkurrenter – er det noen standarer man bør følge?</a:t>
            </a:r>
          </a:p>
          <a:p>
            <a:pPr>
              <a:lnSpc>
                <a:spcPct val="115000"/>
              </a:lnSpc>
            </a:pPr>
            <a:r>
              <a:rPr lang="en-NO" sz="2400" dirty="0"/>
              <a:t>Moodboard – visuelt og følelser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80BE0-2502-2C75-9D93-04A166A0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NO" sz="3200" dirty="0"/>
              <a:t>2. Planlegging &amp; Utforsking</a:t>
            </a:r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BE0AA113-75DC-11F4-7688-4E9ED468F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771525"/>
            <a:ext cx="5334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66FC6F62-FEC6-45C4-B697-39FDA62A9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0653162" y="-776838"/>
            <a:ext cx="762001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1026" name="Picture 2" descr="How to Make a Moodboard: The Best Beginner's Guide">
            <a:extLst>
              <a:ext uri="{FF2B5EF4-FFF2-40B4-BE49-F238E27FC236}">
                <a16:creationId xmlns:a16="http://schemas.microsoft.com/office/drawing/2014/main" id="{412677FC-0CDD-8657-75C1-E4312D916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85" r="7330"/>
          <a:stretch/>
        </p:blipFill>
        <p:spPr bwMode="auto">
          <a:xfrm>
            <a:off x="762000" y="762001"/>
            <a:ext cx="45720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F8D7210F-BCFD-46C1-9A2C-3717368B1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5829359"/>
            <a:ext cx="4333875" cy="1028642"/>
            <a:chOff x="7153921" y="5829359"/>
            <a:chExt cx="5038079" cy="1028642"/>
          </a:xfrm>
        </p:grpSpPr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2C96BB9F-FD85-4689-A888-9A5AA0A14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63906" y="5913098"/>
              <a:ext cx="4228094" cy="944903"/>
            </a:xfrm>
            <a:custGeom>
              <a:avLst/>
              <a:gdLst>
                <a:gd name="connsiteX0" fmla="*/ 1673074 w 4228094"/>
                <a:gd name="connsiteY0" fmla="*/ 230 h 1137038"/>
                <a:gd name="connsiteX1" fmla="*/ 3676781 w 4228094"/>
                <a:gd name="connsiteY1" fmla="*/ 298555 h 1137038"/>
                <a:gd name="connsiteX2" fmla="*/ 4025527 w 4228094"/>
                <a:gd name="connsiteY2" fmla="*/ 425010 h 1137038"/>
                <a:gd name="connsiteX3" fmla="*/ 4228094 w 4228094"/>
                <a:gd name="connsiteY3" fmla="*/ 494088 h 1137038"/>
                <a:gd name="connsiteX4" fmla="*/ 4228094 w 4228094"/>
                <a:gd name="connsiteY4" fmla="*/ 1137038 h 1137038"/>
                <a:gd name="connsiteX5" fmla="*/ 0 w 4228094"/>
                <a:gd name="connsiteY5" fmla="*/ 1137038 h 1137038"/>
                <a:gd name="connsiteX6" fmla="*/ 18109 w 4228094"/>
                <a:gd name="connsiteY6" fmla="*/ 1068877 h 1137038"/>
                <a:gd name="connsiteX7" fmla="*/ 362264 w 4228094"/>
                <a:gd name="connsiteY7" fmla="*/ 366637 h 1137038"/>
                <a:gd name="connsiteX8" fmla="*/ 1386499 w 4228094"/>
                <a:gd name="connsiteY8" fmla="*/ 1522 h 1137038"/>
                <a:gd name="connsiteX9" fmla="*/ 1673074 w 4228094"/>
                <a:gd name="connsiteY9" fmla="*/ 230 h 1137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28094" h="1137038">
                  <a:moveTo>
                    <a:pt x="1673074" y="230"/>
                  </a:moveTo>
                  <a:cubicBezTo>
                    <a:pt x="2346512" y="4287"/>
                    <a:pt x="3048424" y="63583"/>
                    <a:pt x="3676781" y="298555"/>
                  </a:cubicBezTo>
                  <a:cubicBezTo>
                    <a:pt x="3793275" y="342114"/>
                    <a:pt x="3909477" y="384216"/>
                    <a:pt x="4025527" y="425010"/>
                  </a:cubicBezTo>
                  <a:lnTo>
                    <a:pt x="4228094" y="494088"/>
                  </a:lnTo>
                  <a:lnTo>
                    <a:pt x="4228094" y="1137038"/>
                  </a:lnTo>
                  <a:lnTo>
                    <a:pt x="0" y="1137038"/>
                  </a:lnTo>
                  <a:lnTo>
                    <a:pt x="18109" y="1068877"/>
                  </a:lnTo>
                  <a:cubicBezTo>
                    <a:pt x="95047" y="799139"/>
                    <a:pt x="194962" y="542008"/>
                    <a:pt x="362264" y="366637"/>
                  </a:cubicBezTo>
                  <a:cubicBezTo>
                    <a:pt x="622229" y="94062"/>
                    <a:pt x="1015836" y="6565"/>
                    <a:pt x="1386499" y="1522"/>
                  </a:cubicBezTo>
                  <a:cubicBezTo>
                    <a:pt x="1481245" y="198"/>
                    <a:pt x="1576869" y="-349"/>
                    <a:pt x="1673074" y="2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500">
                <a:solidFill>
                  <a:schemeClr val="bg1"/>
                </a:solidFill>
                <a:latin typeface="Avenir Next LT Pro" panose="020B05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78545FC7-27EF-4BF9-A88F-35F089DF6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153921" y="5829359"/>
              <a:ext cx="5038078" cy="1028642"/>
            </a:xfrm>
            <a:custGeom>
              <a:avLst/>
              <a:gdLst>
                <a:gd name="connsiteX0" fmla="*/ 1576991 w 5038078"/>
                <a:gd name="connsiteY0" fmla="*/ 210 h 1238015"/>
                <a:gd name="connsiteX1" fmla="*/ 3403320 w 5038078"/>
                <a:gd name="connsiteY1" fmla="*/ 272125 h 1238015"/>
                <a:gd name="connsiteX2" fmla="*/ 4672870 w 5038078"/>
                <a:gd name="connsiteY2" fmla="*/ 693604 h 1238015"/>
                <a:gd name="connsiteX3" fmla="*/ 5038078 w 5038078"/>
                <a:gd name="connsiteY3" fmla="*/ 795929 h 1238015"/>
                <a:gd name="connsiteX4" fmla="*/ 5038078 w 5038078"/>
                <a:gd name="connsiteY4" fmla="*/ 1238015 h 1238015"/>
                <a:gd name="connsiteX5" fmla="*/ 0 w 5038078"/>
                <a:gd name="connsiteY5" fmla="*/ 1238015 h 1238015"/>
                <a:gd name="connsiteX6" fmla="*/ 19230 w 5038078"/>
                <a:gd name="connsiteY6" fmla="*/ 1159819 h 1238015"/>
                <a:gd name="connsiteX7" fmla="*/ 382219 w 5038078"/>
                <a:gd name="connsiteY7" fmla="*/ 334180 h 1238015"/>
                <a:gd name="connsiteX8" fmla="*/ 1315784 w 5038078"/>
                <a:gd name="connsiteY8" fmla="*/ 1388 h 1238015"/>
                <a:gd name="connsiteX9" fmla="*/ 1576991 w 5038078"/>
                <a:gd name="connsiteY9" fmla="*/ 210 h 123801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129518"/>
                <a:gd name="connsiteY0" fmla="*/ 1237805 h 1329245"/>
                <a:gd name="connsiteX1" fmla="*/ 19230 w 5129518"/>
                <a:gd name="connsiteY1" fmla="*/ 1159609 h 1329245"/>
                <a:gd name="connsiteX2" fmla="*/ 382219 w 5129518"/>
                <a:gd name="connsiteY2" fmla="*/ 333970 h 1329245"/>
                <a:gd name="connsiteX3" fmla="*/ 1315784 w 5129518"/>
                <a:gd name="connsiteY3" fmla="*/ 1178 h 1329245"/>
                <a:gd name="connsiteX4" fmla="*/ 1576991 w 5129518"/>
                <a:gd name="connsiteY4" fmla="*/ 0 h 1329245"/>
                <a:gd name="connsiteX5" fmla="*/ 3403320 w 5129518"/>
                <a:gd name="connsiteY5" fmla="*/ 271915 h 1329245"/>
                <a:gd name="connsiteX6" fmla="*/ 4672870 w 5129518"/>
                <a:gd name="connsiteY6" fmla="*/ 693394 h 1329245"/>
                <a:gd name="connsiteX7" fmla="*/ 5038078 w 5129518"/>
                <a:gd name="connsiteY7" fmla="*/ 795719 h 1329245"/>
                <a:gd name="connsiteX8" fmla="*/ 5129518 w 5129518"/>
                <a:gd name="connsiteY8" fmla="*/ 1329245 h 1329245"/>
                <a:gd name="connsiteX0" fmla="*/ 0 w 5049689"/>
                <a:gd name="connsiteY0" fmla="*/ 1237805 h 1423588"/>
                <a:gd name="connsiteX1" fmla="*/ 19230 w 5049689"/>
                <a:gd name="connsiteY1" fmla="*/ 1159609 h 1423588"/>
                <a:gd name="connsiteX2" fmla="*/ 382219 w 5049689"/>
                <a:gd name="connsiteY2" fmla="*/ 333970 h 1423588"/>
                <a:gd name="connsiteX3" fmla="*/ 1315784 w 5049689"/>
                <a:gd name="connsiteY3" fmla="*/ 1178 h 1423588"/>
                <a:gd name="connsiteX4" fmla="*/ 1576991 w 5049689"/>
                <a:gd name="connsiteY4" fmla="*/ 0 h 1423588"/>
                <a:gd name="connsiteX5" fmla="*/ 3403320 w 5049689"/>
                <a:gd name="connsiteY5" fmla="*/ 271915 h 1423588"/>
                <a:gd name="connsiteX6" fmla="*/ 4672870 w 5049689"/>
                <a:gd name="connsiteY6" fmla="*/ 693394 h 1423588"/>
                <a:gd name="connsiteX7" fmla="*/ 5038078 w 5049689"/>
                <a:gd name="connsiteY7" fmla="*/ 795719 h 1423588"/>
                <a:gd name="connsiteX8" fmla="*/ 5049689 w 5049689"/>
                <a:gd name="connsiteY8" fmla="*/ 1423588 h 1423588"/>
                <a:gd name="connsiteX0" fmla="*/ 0 w 5038078"/>
                <a:gd name="connsiteY0" fmla="*/ 1237805 h 1237805"/>
                <a:gd name="connsiteX1" fmla="*/ 19230 w 5038078"/>
                <a:gd name="connsiteY1" fmla="*/ 1159609 h 1237805"/>
                <a:gd name="connsiteX2" fmla="*/ 382219 w 5038078"/>
                <a:gd name="connsiteY2" fmla="*/ 333970 h 1237805"/>
                <a:gd name="connsiteX3" fmla="*/ 1315784 w 5038078"/>
                <a:gd name="connsiteY3" fmla="*/ 1178 h 1237805"/>
                <a:gd name="connsiteX4" fmla="*/ 1576991 w 5038078"/>
                <a:gd name="connsiteY4" fmla="*/ 0 h 1237805"/>
                <a:gd name="connsiteX5" fmla="*/ 3403320 w 5038078"/>
                <a:gd name="connsiteY5" fmla="*/ 271915 h 1237805"/>
                <a:gd name="connsiteX6" fmla="*/ 4672870 w 5038078"/>
                <a:gd name="connsiteY6" fmla="*/ 693394 h 1237805"/>
                <a:gd name="connsiteX7" fmla="*/ 5038078 w 5038078"/>
                <a:gd name="connsiteY7" fmla="*/ 795719 h 1237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038078" h="1237805">
                  <a:moveTo>
                    <a:pt x="0" y="1237805"/>
                  </a:moveTo>
                  <a:lnTo>
                    <a:pt x="19230" y="1159609"/>
                  </a:lnTo>
                  <a:cubicBezTo>
                    <a:pt x="96961" y="850027"/>
                    <a:pt x="191605" y="533778"/>
                    <a:pt x="382219" y="333970"/>
                  </a:cubicBezTo>
                  <a:cubicBezTo>
                    <a:pt x="619171" y="85526"/>
                    <a:pt x="977934" y="5774"/>
                    <a:pt x="1315784" y="1178"/>
                  </a:cubicBezTo>
                  <a:lnTo>
                    <a:pt x="1576991" y="0"/>
                  </a:lnTo>
                  <a:cubicBezTo>
                    <a:pt x="2190813" y="3698"/>
                    <a:pt x="2830589" y="57744"/>
                    <a:pt x="3403320" y="271915"/>
                  </a:cubicBezTo>
                  <a:cubicBezTo>
                    <a:pt x="3828046" y="430728"/>
                    <a:pt x="4248519" y="568281"/>
                    <a:pt x="4672870" y="693394"/>
                  </a:cubicBezTo>
                  <a:lnTo>
                    <a:pt x="5038078" y="795719"/>
                  </a:lnTo>
                </a:path>
              </a:pathLst>
            </a:custGeom>
            <a:noFill/>
            <a:ln w="1905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Avenir Next LT Pro Light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D885F-7F01-8545-0B3D-DB197BC1B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86000"/>
            <a:ext cx="5334000" cy="38100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NO" sz="2400" dirty="0"/>
              <a:t>Skriv ned og definer målgruppe</a:t>
            </a:r>
          </a:p>
          <a:p>
            <a:pPr marL="514350" indent="-514350">
              <a:buFont typeface="+mj-lt"/>
              <a:buAutoNum type="arabicPeriod"/>
            </a:pPr>
            <a:r>
              <a:rPr lang="en-NO" sz="2400" dirty="0"/>
              <a:t>Lag moodboard</a:t>
            </a:r>
          </a:p>
          <a:p>
            <a:pPr marL="514350" indent="-514350">
              <a:buFont typeface="+mj-lt"/>
              <a:buAutoNum type="arabicPeriod"/>
            </a:pPr>
            <a:r>
              <a:rPr lang="en-NO" sz="2400" dirty="0"/>
              <a:t>Søk opp liknende eksempler </a:t>
            </a:r>
            <a:r>
              <a:rPr lang="en-GB" sz="2400" dirty="0" err="1"/>
              <a:t>i</a:t>
            </a:r>
            <a:r>
              <a:rPr lang="en-GB" sz="2400" dirty="0"/>
              <a:t> google – er det </a:t>
            </a:r>
            <a:r>
              <a:rPr lang="en-GB" sz="2400" dirty="0" err="1"/>
              <a:t>noen</a:t>
            </a:r>
            <a:r>
              <a:rPr lang="en-GB" sz="2400" dirty="0"/>
              <a:t> </a:t>
            </a:r>
            <a:r>
              <a:rPr lang="en-GB" sz="2400" dirty="0" err="1"/>
              <a:t>standarer</a:t>
            </a:r>
            <a:r>
              <a:rPr lang="en-GB" sz="2400" dirty="0"/>
              <a:t> mange </a:t>
            </a:r>
            <a:r>
              <a:rPr lang="en-GB" sz="2400" dirty="0" err="1"/>
              <a:t>gjør</a:t>
            </a:r>
            <a:r>
              <a:rPr lang="en-GB" sz="2400" dirty="0"/>
              <a:t> </a:t>
            </a:r>
            <a:r>
              <a:rPr lang="en-GB" sz="2400" dirty="0" err="1"/>
              <a:t>som</a:t>
            </a:r>
            <a:r>
              <a:rPr lang="en-GB" sz="2400" dirty="0"/>
              <a:t> man </a:t>
            </a:r>
            <a:r>
              <a:rPr lang="en-GB" sz="2400" dirty="0" err="1"/>
              <a:t>bør</a:t>
            </a:r>
            <a:r>
              <a:rPr lang="en-GB" sz="2400" dirty="0"/>
              <a:t> </a:t>
            </a:r>
            <a:r>
              <a:rPr lang="en-GB" sz="2400" dirty="0" err="1"/>
              <a:t>følge</a:t>
            </a:r>
            <a:r>
              <a:rPr lang="en-GB" sz="2400" dirty="0"/>
              <a:t>? </a:t>
            </a:r>
            <a:endParaRPr lang="en-NO" sz="2400" dirty="0"/>
          </a:p>
          <a:p>
            <a:pPr marL="514350" indent="-514350">
              <a:buFont typeface="+mj-lt"/>
              <a:buAutoNum type="arabicPeriod"/>
            </a:pPr>
            <a:endParaRPr lang="en-NO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990BE-9AE0-278D-3432-435AC10E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NO" sz="3200"/>
              <a:t>Oppgave om planlegging og utforskning</a:t>
            </a:r>
          </a:p>
        </p:txBody>
      </p:sp>
    </p:spTree>
    <p:extLst>
      <p:ext uri="{BB962C8B-B14F-4D97-AF65-F5344CB8AC3E}">
        <p14:creationId xmlns:p14="http://schemas.microsoft.com/office/powerpoint/2010/main" val="3445432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20">
            <a:extLst>
              <a:ext uri="{FF2B5EF4-FFF2-40B4-BE49-F238E27FC236}">
                <a16:creationId xmlns:a16="http://schemas.microsoft.com/office/drawing/2014/main" id="{6A13B60C-56B1-46B4-98A6-1482A52E7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31865" y="-31864"/>
            <a:ext cx="4785362" cy="4849091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8" name="Freeform: Shape 22">
            <a:extLst>
              <a:ext uri="{FF2B5EF4-FFF2-40B4-BE49-F238E27FC236}">
                <a16:creationId xmlns:a16="http://schemas.microsoft.com/office/drawing/2014/main" id="{F024A8E9-062E-406A-BE10-CED280011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341352" y="-341351"/>
            <a:ext cx="4651297" cy="5334001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rgbClr val="F1CB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aphicFrame>
        <p:nvGraphicFramePr>
          <p:cNvPr id="20" name="TextBox 2">
            <a:extLst>
              <a:ext uri="{FF2B5EF4-FFF2-40B4-BE49-F238E27FC236}">
                <a16:creationId xmlns:a16="http://schemas.microsoft.com/office/drawing/2014/main" id="{22D4D6F7-671D-20EF-4A87-CD0D688A43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203476"/>
              </p:ext>
            </p:extLst>
          </p:nvPr>
        </p:nvGraphicFramePr>
        <p:xfrm>
          <a:off x="5334000" y="762000"/>
          <a:ext cx="6096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3AF7091B-773D-3D16-33E4-8E917A7DC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69" y="1063487"/>
            <a:ext cx="5178286" cy="781878"/>
          </a:xfrm>
        </p:spPr>
        <p:txBody>
          <a:bodyPr anchor="b">
            <a:normAutofit/>
          </a:bodyPr>
          <a:lstStyle/>
          <a:p>
            <a:r>
              <a:rPr lang="en-NO" sz="3200" dirty="0">
                <a:solidFill>
                  <a:srgbClr val="FFFFFF"/>
                </a:solidFill>
              </a:rPr>
              <a:t>3. Konseptualisering</a:t>
            </a:r>
            <a:endParaRPr lang="en-NO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581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9FFF-CC2B-6275-D7EF-CB46636B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Semiotikk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1A946-3685-3161-82C5-98D6857F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Læren om tegn og symboler</a:t>
            </a:r>
          </a:p>
          <a:p>
            <a:endParaRPr lang="en-NO" dirty="0"/>
          </a:p>
          <a:p>
            <a:pPr marL="0" indent="0">
              <a:buNone/>
            </a:pPr>
            <a:r>
              <a:rPr lang="en-NO" dirty="0"/>
              <a:t> </a:t>
            </a:r>
          </a:p>
          <a:p>
            <a:pPr marL="0" indent="0">
              <a:buNone/>
            </a:pPr>
            <a:r>
              <a:rPr lang="en-NO" dirty="0"/>
              <a:t>1. Hvilke tegn og symboler kan passe til ditt produkt? </a:t>
            </a:r>
          </a:p>
          <a:p>
            <a:pPr marL="0" indent="0">
              <a:buNone/>
            </a:pPr>
            <a:r>
              <a:rPr lang="en-NO" dirty="0"/>
              <a:t>2. Søk </a:t>
            </a:r>
            <a:r>
              <a:rPr lang="en-GB" dirty="0"/>
              <a:t>I</a:t>
            </a:r>
            <a:r>
              <a:rPr lang="en-NO" dirty="0"/>
              <a:t> google, og lag en samling av symboler </a:t>
            </a:r>
            <a:r>
              <a:rPr lang="en-GB" dirty="0"/>
              <a:t>I din </a:t>
            </a:r>
            <a:r>
              <a:rPr lang="en-GB" dirty="0" err="1"/>
              <a:t>moodboard</a:t>
            </a:r>
            <a:endParaRPr lang="en-NO" dirty="0"/>
          </a:p>
          <a:p>
            <a:endParaRPr lang="en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EC29828-512C-89FB-8F94-C4299FC9C91B}"/>
              </a:ext>
            </a:extLst>
          </p:cNvPr>
          <p:cNvSpPr txBox="1">
            <a:spLocks/>
          </p:cNvSpPr>
          <p:nvPr/>
        </p:nvSpPr>
        <p:spPr>
          <a:xfrm>
            <a:off x="762000" y="3195687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O" sz="3200" dirty="0"/>
              <a:t>Oppgave</a:t>
            </a:r>
            <a:endParaRPr lang="en-NO" dirty="0"/>
          </a:p>
        </p:txBody>
      </p:sp>
      <p:pic>
        <p:nvPicPr>
          <p:cNvPr id="2050" name="Picture 2" descr="Simple set symbols cinema filming and film Vector Image">
            <a:extLst>
              <a:ext uri="{FF2B5EF4-FFF2-40B4-BE49-F238E27FC236}">
                <a16:creationId xmlns:a16="http://schemas.microsoft.com/office/drawing/2014/main" id="{7B70470A-8C6D-D248-F5A1-CE948D7E2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71"/>
          <a:stretch/>
        </p:blipFill>
        <p:spPr bwMode="auto">
          <a:xfrm>
            <a:off x="7236730" y="753917"/>
            <a:ext cx="2910962" cy="288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27E6AF-F206-74CC-9E19-71F3379CA4A4}"/>
              </a:ext>
            </a:extLst>
          </p:cNvPr>
          <p:cNvSpPr txBox="1"/>
          <p:nvPr/>
        </p:nvSpPr>
        <p:spPr>
          <a:xfrm>
            <a:off x="7918515" y="3642673"/>
            <a:ext cx="3176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O" dirty="0"/>
              <a:t>Film symboler</a:t>
            </a:r>
          </a:p>
        </p:txBody>
      </p:sp>
    </p:spTree>
    <p:extLst>
      <p:ext uri="{BB962C8B-B14F-4D97-AF65-F5344CB8AC3E}">
        <p14:creationId xmlns:p14="http://schemas.microsoft.com/office/powerpoint/2010/main" val="2009359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8C7B-A874-1814-ACE6-B2217129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Typografi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4B460-8828-CC7F-5776-C5609FCD3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O" dirty="0"/>
              <a:t>Bruk Adobe Fonts for å finne en font du liker</a:t>
            </a:r>
          </a:p>
          <a:p>
            <a:endParaRPr lang="en-NO" dirty="0"/>
          </a:p>
          <a:p>
            <a:endParaRPr lang="en-NO" dirty="0"/>
          </a:p>
          <a:p>
            <a:pPr marL="514350" indent="-514350">
              <a:buAutoNum type="arabicPeriod"/>
            </a:pPr>
            <a:r>
              <a:rPr lang="en-NO" dirty="0"/>
              <a:t>Finn 1 font til Logo / Overskrifter</a:t>
            </a:r>
          </a:p>
          <a:p>
            <a:pPr marL="514350" indent="-514350">
              <a:buAutoNum type="arabicPeriod"/>
            </a:pPr>
            <a:r>
              <a:rPr lang="en-NO" dirty="0"/>
              <a:t>Finn 1 logo til brødtekst</a:t>
            </a:r>
          </a:p>
          <a:p>
            <a:endParaRPr lang="en-NO" dirty="0"/>
          </a:p>
          <a:p>
            <a:endParaRPr lang="en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462359-19DC-60D7-61C5-CB911A6EA2D7}"/>
              </a:ext>
            </a:extLst>
          </p:cNvPr>
          <p:cNvSpPr txBox="1">
            <a:spLocks/>
          </p:cNvSpPr>
          <p:nvPr/>
        </p:nvSpPr>
        <p:spPr>
          <a:xfrm>
            <a:off x="762000" y="3195687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O" sz="3200" dirty="0"/>
              <a:t>Oppgave</a:t>
            </a:r>
            <a:endParaRPr lang="en-NO" dirty="0"/>
          </a:p>
        </p:txBody>
      </p:sp>
      <p:pic>
        <p:nvPicPr>
          <p:cNvPr id="3074" name="Picture 2" descr="What is Typography in Design? Why is it Important? (2023)">
            <a:extLst>
              <a:ext uri="{FF2B5EF4-FFF2-40B4-BE49-F238E27FC236}">
                <a16:creationId xmlns:a16="http://schemas.microsoft.com/office/drawing/2014/main" id="{6A66E4EE-8F67-E0F5-54AE-68127ADF1E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" t="12448" r="6542" b="9588"/>
          <a:stretch/>
        </p:blipFill>
        <p:spPr bwMode="auto">
          <a:xfrm>
            <a:off x="7527303" y="3810000"/>
            <a:ext cx="3902697" cy="1815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100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8C7B-A874-1814-ACE6-B22171298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281"/>
            <a:ext cx="10668000" cy="1524000"/>
          </a:xfrm>
        </p:spPr>
        <p:txBody>
          <a:bodyPr/>
          <a:lstStyle/>
          <a:p>
            <a:r>
              <a:rPr lang="en-NO" dirty="0"/>
              <a:t>Farger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4B460-8828-CC7F-5776-C5609FCD3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52282"/>
            <a:ext cx="10668000" cy="455180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NO" dirty="0"/>
              <a:t>Bruk Adobe </a:t>
            </a:r>
            <a:br>
              <a:rPr lang="en-NO" dirty="0"/>
            </a:br>
            <a:r>
              <a:rPr lang="en-NO" dirty="0"/>
              <a:t>Colors for å </a:t>
            </a:r>
            <a:br>
              <a:rPr lang="en-NO" dirty="0"/>
            </a:br>
            <a:r>
              <a:rPr lang="en-NO" dirty="0"/>
              <a:t>definere farger</a:t>
            </a:r>
          </a:p>
          <a:p>
            <a:endParaRPr lang="en-NO" dirty="0"/>
          </a:p>
          <a:p>
            <a:endParaRPr lang="en-NO" dirty="0"/>
          </a:p>
          <a:p>
            <a:pPr marL="514350" indent="-514350">
              <a:buAutoNum type="arabicPeriod"/>
            </a:pPr>
            <a:r>
              <a:rPr lang="en-NO" dirty="0"/>
              <a:t>Se på moodboardet du laget og </a:t>
            </a:r>
            <a:br>
              <a:rPr lang="en-NO" dirty="0"/>
            </a:br>
            <a:r>
              <a:rPr lang="en-NO" dirty="0"/>
              <a:t>baser fargepalleten fra denne</a:t>
            </a:r>
          </a:p>
          <a:p>
            <a:pPr marL="514350" indent="-514350">
              <a:buAutoNum type="arabicPeriod"/>
            </a:pPr>
            <a:r>
              <a:rPr lang="en-NO" dirty="0"/>
              <a:t>Finn 1 logo til brødtekst</a:t>
            </a:r>
          </a:p>
          <a:p>
            <a:endParaRPr lang="en-NO" dirty="0"/>
          </a:p>
          <a:p>
            <a:endParaRPr lang="en-NO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462359-19DC-60D7-61C5-CB911A6EA2D7}"/>
              </a:ext>
            </a:extLst>
          </p:cNvPr>
          <p:cNvSpPr txBox="1">
            <a:spLocks/>
          </p:cNvSpPr>
          <p:nvPr/>
        </p:nvSpPr>
        <p:spPr>
          <a:xfrm>
            <a:off x="762000" y="3066183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O" sz="3200" dirty="0"/>
              <a:t>Oppgave</a:t>
            </a:r>
            <a:endParaRPr lang="en-NO" dirty="0"/>
          </a:p>
        </p:txBody>
      </p:sp>
      <p:pic>
        <p:nvPicPr>
          <p:cNvPr id="6" name="Picture 5" descr="A colorful circle with a line and a circle with a line&#10;&#10;Description automatically generated with medium confidence">
            <a:extLst>
              <a:ext uri="{FF2B5EF4-FFF2-40B4-BE49-F238E27FC236}">
                <a16:creationId xmlns:a16="http://schemas.microsoft.com/office/drawing/2014/main" id="{1BA9328E-8D59-D826-677F-A7F923FAE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551" y="428976"/>
            <a:ext cx="7772400" cy="34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15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537F-3E72-B46A-C16C-EA65A520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CMYK, RGB OG HEX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3C4E0-315B-E355-C7BB-4CF2D450C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NO" dirty="0"/>
              <a:t>CMYK = Cyan, Magenta, Yellow &amp; Black</a:t>
            </a:r>
          </a:p>
          <a:p>
            <a:pPr lvl="1"/>
            <a:r>
              <a:rPr lang="en-NO" dirty="0"/>
              <a:t>Hvit bakgrunn. 0 = hvit</a:t>
            </a:r>
          </a:p>
          <a:p>
            <a:pPr lvl="1"/>
            <a:r>
              <a:rPr lang="en-NO" dirty="0"/>
              <a:t>Er betyr blekk/maling, og oppstår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fysisk</a:t>
            </a:r>
            <a:r>
              <a:rPr lang="en-GB" dirty="0"/>
              <a:t> print: T-</a:t>
            </a:r>
            <a:r>
              <a:rPr lang="en-GB" dirty="0" err="1"/>
              <a:t>skjorter</a:t>
            </a:r>
            <a:r>
              <a:rPr lang="en-GB" dirty="0"/>
              <a:t>, </a:t>
            </a:r>
            <a:r>
              <a:rPr lang="en-GB" dirty="0" err="1"/>
              <a:t>plakater</a:t>
            </a:r>
            <a:r>
              <a:rPr lang="en-GB" dirty="0"/>
              <a:t>, </a:t>
            </a:r>
            <a:r>
              <a:rPr lang="en-GB" dirty="0" err="1"/>
              <a:t>magasiner</a:t>
            </a:r>
            <a:endParaRPr lang="en-GB" dirty="0"/>
          </a:p>
          <a:p>
            <a:r>
              <a:rPr lang="en-GB" dirty="0"/>
              <a:t>RGB = Red, Green &amp; Blue</a:t>
            </a:r>
          </a:p>
          <a:p>
            <a:pPr lvl="1"/>
            <a:r>
              <a:rPr lang="en-NO" dirty="0"/>
              <a:t>Svart bakgrunn. 0 = svart</a:t>
            </a:r>
          </a:p>
          <a:p>
            <a:pPr lvl="1"/>
            <a:r>
              <a:rPr lang="en-NO" dirty="0"/>
              <a:t>Er lys, og oppstår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skjermer</a:t>
            </a:r>
            <a:endParaRPr lang="en-GB" dirty="0"/>
          </a:p>
          <a:p>
            <a:r>
              <a:rPr lang="en-GB" dirty="0"/>
              <a:t>HEX = </a:t>
            </a:r>
            <a:r>
              <a:rPr lang="en-GB" dirty="0" err="1"/>
              <a:t>rgb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det </a:t>
            </a:r>
            <a:r>
              <a:rPr lang="en-GB" dirty="0" err="1"/>
              <a:t>hexidecimale</a:t>
            </a:r>
            <a:r>
              <a:rPr lang="en-GB" dirty="0"/>
              <a:t> </a:t>
            </a:r>
            <a:r>
              <a:rPr lang="en-GB" dirty="0" err="1"/>
              <a:t>tallsystemet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012660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C7D0-C7D6-F6CC-3211-C7E12B65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F92B-4596-F8B0-B92F-EC6EBBB61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O"/>
          </a:p>
        </p:txBody>
      </p:sp>
      <p:pic>
        <p:nvPicPr>
          <p:cNvPr id="1026" name="Picture 2" descr="Convergent Divergent">
            <a:extLst>
              <a:ext uri="{FF2B5EF4-FFF2-40B4-BE49-F238E27FC236}">
                <a16:creationId xmlns:a16="http://schemas.microsoft.com/office/drawing/2014/main" id="{A626FB3D-67E6-08D8-E55D-CF18BB92A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38" y="0"/>
            <a:ext cx="10728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5987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BF23-5434-5302-380C-A295DB4C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Tilbakemelding på ideer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20AE-652C-D22C-2E73-1661D575D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O" dirty="0"/>
              <a:t>1. Vi blander gruppene</a:t>
            </a:r>
          </a:p>
          <a:p>
            <a:pPr marL="0" indent="0">
              <a:buNone/>
            </a:pPr>
            <a:r>
              <a:rPr lang="en-NO" dirty="0"/>
              <a:t>2. Fortell hva prosjektet er og hvem målgruppen er </a:t>
            </a:r>
          </a:p>
          <a:p>
            <a:pPr marL="0" indent="0">
              <a:buNone/>
            </a:pPr>
            <a:r>
              <a:rPr lang="en-NO" dirty="0"/>
              <a:t>3. Vis frem ulike versjoner av ideene </a:t>
            </a:r>
          </a:p>
          <a:p>
            <a:pPr marL="0" indent="0">
              <a:buNone/>
            </a:pPr>
            <a:r>
              <a:rPr lang="en-NO" dirty="0"/>
              <a:t>4. Får tilbakemelding på hva som funge</a:t>
            </a:r>
          </a:p>
          <a:p>
            <a:pPr marL="0" indent="0">
              <a:buNone/>
            </a:pPr>
            <a:r>
              <a:rPr lang="en-NO" dirty="0"/>
              <a:t>	Baser dette på målgruppe og hensikt</a:t>
            </a:r>
          </a:p>
          <a:p>
            <a:pPr marL="0" indent="0">
              <a:buNone/>
            </a:pPr>
            <a:r>
              <a:rPr lang="en-NO" dirty="0"/>
              <a:t>5. Skriv ned tilbakemeldingene</a:t>
            </a:r>
          </a:p>
        </p:txBody>
      </p:sp>
    </p:spTree>
    <p:extLst>
      <p:ext uri="{BB962C8B-B14F-4D97-AF65-F5344CB8AC3E}">
        <p14:creationId xmlns:p14="http://schemas.microsoft.com/office/powerpoint/2010/main" val="413195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appesker på samlebånd">
            <a:extLst>
              <a:ext uri="{FF2B5EF4-FFF2-40B4-BE49-F238E27FC236}">
                <a16:creationId xmlns:a16="http://schemas.microsoft.com/office/drawing/2014/main" id="{937D4534-9650-D89C-0425-C535A820C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186" r="14041" b="1"/>
          <a:stretch/>
        </p:blipFill>
        <p:spPr>
          <a:xfrm>
            <a:off x="6613174" y="10"/>
            <a:ext cx="5578824" cy="6028246"/>
          </a:xfrm>
          <a:custGeom>
            <a:avLst/>
            <a:gdLst/>
            <a:ahLst/>
            <a:cxnLst/>
            <a:rect l="l" t="t" r="r" b="b"/>
            <a:pathLst>
              <a:path w="5578824" h="6028256">
                <a:moveTo>
                  <a:pt x="1681218" y="0"/>
                </a:moveTo>
                <a:lnTo>
                  <a:pt x="5578824" y="0"/>
                </a:lnTo>
                <a:lnTo>
                  <a:pt x="5578824" y="5760161"/>
                </a:lnTo>
                <a:lnTo>
                  <a:pt x="5441231" y="5804042"/>
                </a:lnTo>
                <a:cubicBezTo>
                  <a:pt x="5079089" y="5907589"/>
                  <a:pt x="4674877" y="5944442"/>
                  <a:pt x="4253224" y="5980388"/>
                </a:cubicBezTo>
                <a:cubicBezTo>
                  <a:pt x="2813852" y="6102970"/>
                  <a:pt x="1551586" y="6071494"/>
                  <a:pt x="837278" y="4877588"/>
                </a:cubicBezTo>
                <a:cubicBezTo>
                  <a:pt x="529862" y="4363935"/>
                  <a:pt x="255162" y="3847185"/>
                  <a:pt x="109626" y="3329255"/>
                </a:cubicBezTo>
                <a:cubicBezTo>
                  <a:pt x="-35907" y="2811325"/>
                  <a:pt x="-52277" y="2292214"/>
                  <a:pt x="156962" y="1773839"/>
                </a:cubicBezTo>
                <a:cubicBezTo>
                  <a:pt x="296494" y="1428108"/>
                  <a:pt x="536161" y="1082881"/>
                  <a:pt x="904890" y="738354"/>
                </a:cubicBezTo>
                <a:cubicBezTo>
                  <a:pt x="1036690" y="615181"/>
                  <a:pt x="1169968" y="488910"/>
                  <a:pt x="1304592" y="360545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62A0EA-3E81-4464-94B8-70BE5870E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87883" y="0"/>
            <a:ext cx="5704117" cy="6096000"/>
          </a:xfrm>
          <a:custGeom>
            <a:avLst/>
            <a:gdLst>
              <a:gd name="connsiteX0" fmla="*/ 0 w 5704117"/>
              <a:gd name="connsiteY0" fmla="*/ 0 h 6096000"/>
              <a:gd name="connsiteX1" fmla="*/ 4562795 w 5704117"/>
              <a:gd name="connsiteY1" fmla="*/ 0 h 6096000"/>
              <a:gd name="connsiteX2" fmla="*/ 4721192 w 5704117"/>
              <a:gd name="connsiteY2" fmla="*/ 133595 h 6096000"/>
              <a:gd name="connsiteX3" fmla="*/ 5467522 w 5704117"/>
              <a:gd name="connsiteY3" fmla="*/ 1054328 h 6096000"/>
              <a:gd name="connsiteX4" fmla="*/ 5538873 w 5704117"/>
              <a:gd name="connsiteY4" fmla="*/ 2897564 h 6096000"/>
              <a:gd name="connsiteX5" fmla="*/ 4442050 w 5704117"/>
              <a:gd name="connsiteY5" fmla="*/ 4732407 h 6096000"/>
              <a:gd name="connsiteX6" fmla="*/ 93046 w 5704117"/>
              <a:gd name="connsiteY6" fmla="*/ 6082857 h 6096000"/>
              <a:gd name="connsiteX7" fmla="*/ 0 w 5704117"/>
              <a:gd name="connsiteY7" fmla="*/ 607845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  <a:gd name="connsiteX7" fmla="*/ 91440 w 5704117"/>
              <a:gd name="connsiteY7" fmla="*/ 91440 h 6096000"/>
              <a:gd name="connsiteX0" fmla="*/ 4562795 w 5704117"/>
              <a:gd name="connsiteY0" fmla="*/ 0 h 6096000"/>
              <a:gd name="connsiteX1" fmla="*/ 4721192 w 5704117"/>
              <a:gd name="connsiteY1" fmla="*/ 133595 h 6096000"/>
              <a:gd name="connsiteX2" fmla="*/ 5467522 w 5704117"/>
              <a:gd name="connsiteY2" fmla="*/ 1054328 h 6096000"/>
              <a:gd name="connsiteX3" fmla="*/ 5538873 w 5704117"/>
              <a:gd name="connsiteY3" fmla="*/ 2897564 h 6096000"/>
              <a:gd name="connsiteX4" fmla="*/ 4442050 w 5704117"/>
              <a:gd name="connsiteY4" fmla="*/ 4732407 h 6096000"/>
              <a:gd name="connsiteX5" fmla="*/ 93046 w 5704117"/>
              <a:gd name="connsiteY5" fmla="*/ 6082857 h 6096000"/>
              <a:gd name="connsiteX6" fmla="*/ 0 w 5704117"/>
              <a:gd name="connsiteY6" fmla="*/ 607845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4117" h="6096000">
                <a:moveTo>
                  <a:pt x="4562795" y="0"/>
                </a:moveTo>
                <a:lnTo>
                  <a:pt x="4721192" y="133595"/>
                </a:lnTo>
                <a:cubicBezTo>
                  <a:pt x="5067135" y="440105"/>
                  <a:pt x="5309779" y="747048"/>
                  <a:pt x="5467522" y="1054328"/>
                </a:cubicBezTo>
                <a:cubicBezTo>
                  <a:pt x="5782917" y="1668625"/>
                  <a:pt x="5758242" y="2283795"/>
                  <a:pt x="5538873" y="2897564"/>
                </a:cubicBezTo>
                <a:cubicBezTo>
                  <a:pt x="5319500" y="3511334"/>
                  <a:pt x="4905433" y="4123706"/>
                  <a:pt x="4442050" y="4732407"/>
                </a:cubicBezTo>
                <a:cubicBezTo>
                  <a:pt x="3499930" y="5970384"/>
                  <a:pt x="1925433" y="6153690"/>
                  <a:pt x="93046" y="6082857"/>
                </a:cubicBezTo>
                <a:lnTo>
                  <a:pt x="0" y="607845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0312D-DC57-CC08-02A5-6F108E068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86000"/>
            <a:ext cx="5334000" cy="3810001"/>
          </a:xfrm>
        </p:spPr>
        <p:txBody>
          <a:bodyPr>
            <a:normAutofit/>
          </a:bodyPr>
          <a:lstStyle/>
          <a:p>
            <a:r>
              <a:rPr lang="en-NO" sz="2400"/>
              <a:t>Bruk den beste ideen, og produser materiale</a:t>
            </a:r>
          </a:p>
          <a:p>
            <a:r>
              <a:rPr lang="en-NO" sz="2400"/>
              <a:t>Gjør ide tydelig</a:t>
            </a:r>
          </a:p>
          <a:p>
            <a:r>
              <a:rPr lang="en-NO" sz="2400"/>
              <a:t>Skap resultater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9DEE50-A792-101F-8879-14758625B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5334000" cy="1524000"/>
          </a:xfrm>
        </p:spPr>
        <p:txBody>
          <a:bodyPr>
            <a:normAutofit/>
          </a:bodyPr>
          <a:lstStyle/>
          <a:p>
            <a:r>
              <a:rPr lang="en-NO" sz="3200" dirty="0"/>
              <a:t>4. Produksjon</a:t>
            </a:r>
          </a:p>
        </p:txBody>
      </p:sp>
    </p:spTree>
    <p:extLst>
      <p:ext uri="{BB962C8B-B14F-4D97-AF65-F5344CB8AC3E}">
        <p14:creationId xmlns:p14="http://schemas.microsoft.com/office/powerpoint/2010/main" val="554998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Nåle med rød streng">
            <a:extLst>
              <a:ext uri="{FF2B5EF4-FFF2-40B4-BE49-F238E27FC236}">
                <a16:creationId xmlns:a16="http://schemas.microsoft.com/office/drawing/2014/main" id="{58F67ABE-FB22-603F-A2E2-038AC07EC6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023" r="4082" b="-1"/>
          <a:stretch/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3BFB3E6-2D9E-4A5C-826F-44A91F597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C2B88-DE2E-A26F-3C82-090F7739B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1" y="2409645"/>
            <a:ext cx="4572000" cy="3048001"/>
          </a:xfrm>
        </p:spPr>
        <p:txBody>
          <a:bodyPr>
            <a:normAutofit/>
          </a:bodyPr>
          <a:lstStyle/>
          <a:p>
            <a:r>
              <a:rPr lang="en-NO" sz="2400" dirty="0"/>
              <a:t>Perfeksjonere</a:t>
            </a:r>
          </a:p>
          <a:p>
            <a:r>
              <a:rPr lang="en-NO" sz="2400" dirty="0"/>
              <a:t>Skape rød tråd</a:t>
            </a:r>
          </a:p>
          <a:p>
            <a:r>
              <a:rPr lang="en-NO" sz="2400" dirty="0"/>
              <a:t>Små justeringer</a:t>
            </a:r>
          </a:p>
          <a:p>
            <a:r>
              <a:rPr lang="en-NO" sz="2400" dirty="0"/>
              <a:t>Final tuches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96891-56B0-F1E1-0CBE-65DF3AAE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523990"/>
            <a:ext cx="4572000" cy="1524010"/>
          </a:xfrm>
        </p:spPr>
        <p:txBody>
          <a:bodyPr anchor="t">
            <a:normAutofit/>
          </a:bodyPr>
          <a:lstStyle/>
          <a:p>
            <a:r>
              <a:rPr lang="en-NO" sz="3200" dirty="0"/>
              <a:t>5. Standarisering </a:t>
            </a:r>
          </a:p>
        </p:txBody>
      </p:sp>
    </p:spTree>
    <p:extLst>
      <p:ext uri="{BB962C8B-B14F-4D97-AF65-F5344CB8AC3E}">
        <p14:creationId xmlns:p14="http://schemas.microsoft.com/office/powerpoint/2010/main" val="281074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857A-F754-0FEA-0D0F-ABC408E68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6. Presentasjon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7E675D-0FE0-CA30-0F21-3134AC2394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2000" y="2286000"/>
          <a:ext cx="10668000" cy="3818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5938422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DarkSeedLeftStep">
      <a:dk1>
        <a:srgbClr val="000000"/>
      </a:dk1>
      <a:lt1>
        <a:srgbClr val="FFFFFF"/>
      </a:lt1>
      <a:dk2>
        <a:srgbClr val="1C2831"/>
      </a:dk2>
      <a:lt2>
        <a:srgbClr val="F0F3F1"/>
      </a:lt2>
      <a:accent1>
        <a:srgbClr val="C34DB7"/>
      </a:accent1>
      <a:accent2>
        <a:srgbClr val="8C3BB1"/>
      </a:accent2>
      <a:accent3>
        <a:srgbClr val="6D4DC3"/>
      </a:accent3>
      <a:accent4>
        <a:srgbClr val="3F50B3"/>
      </a:accent4>
      <a:accent5>
        <a:srgbClr val="4D90C3"/>
      </a:accent5>
      <a:accent6>
        <a:srgbClr val="3BAFB1"/>
      </a:accent6>
      <a:hlink>
        <a:srgbClr val="3F72BF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</TotalTime>
  <Words>361</Words>
  <Application>Microsoft Office PowerPoint</Application>
  <PresentationFormat>Widescreen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Avenir Next LT Pro</vt:lpstr>
      <vt:lpstr>Avenir Next LT Pro Light</vt:lpstr>
      <vt:lpstr>Sitka Subheading</vt:lpstr>
      <vt:lpstr>PebbleVTI</vt:lpstr>
      <vt:lpstr>Prosjektgang</vt:lpstr>
      <vt:lpstr>Slik jobber nesten  alle designere</vt:lpstr>
      <vt:lpstr>Prosjektgang</vt:lpstr>
      <vt:lpstr>1. Brief</vt:lpstr>
      <vt:lpstr>2. Planlegging &amp; Utforsking</vt:lpstr>
      <vt:lpstr>Oppgave om planlegging og utforskning</vt:lpstr>
      <vt:lpstr>3. Konseptualisering</vt:lpstr>
      <vt:lpstr>Semiotikk</vt:lpstr>
      <vt:lpstr>Typografi</vt:lpstr>
      <vt:lpstr>Farger</vt:lpstr>
      <vt:lpstr>CMYK, RGB OG HEX</vt:lpstr>
      <vt:lpstr>PowerPoint Presentation</vt:lpstr>
      <vt:lpstr>Tilbakemelding på ideer</vt:lpstr>
      <vt:lpstr>4. Produksjon</vt:lpstr>
      <vt:lpstr>5. Standarisering </vt:lpstr>
      <vt:lpstr>6. 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Prosjektgang</dc:title>
  <dc:creator>Sondre Kile Andersen</dc:creator>
  <cp:lastModifiedBy>Sondre Kile Andersen</cp:lastModifiedBy>
  <cp:revision>4</cp:revision>
  <dcterms:created xsi:type="dcterms:W3CDTF">2023-09-25T10:54:34Z</dcterms:created>
  <dcterms:modified xsi:type="dcterms:W3CDTF">2026-07-26T18:06:03Z</dcterms:modified>
</cp:coreProperties>
</file>