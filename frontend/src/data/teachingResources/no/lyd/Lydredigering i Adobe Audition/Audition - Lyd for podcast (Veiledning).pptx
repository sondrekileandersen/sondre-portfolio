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3"/>
  </p:sldMasterIdLst>
  <p:notesMasterIdLst>
    <p:notesMasterId r:id="rId36"/>
  </p:notesMasterIdLst>
  <p:sldIdLst>
    <p:sldId id="284" r:id="rId4"/>
    <p:sldId id="276" r:id="rId5"/>
    <p:sldId id="285" r:id="rId6"/>
    <p:sldId id="289" r:id="rId7"/>
    <p:sldId id="288" r:id="rId8"/>
    <p:sldId id="271" r:id="rId9"/>
    <p:sldId id="286" r:id="rId10"/>
    <p:sldId id="291" r:id="rId11"/>
    <p:sldId id="295" r:id="rId12"/>
    <p:sldId id="294" r:id="rId13"/>
    <p:sldId id="258" r:id="rId14"/>
    <p:sldId id="290" r:id="rId15"/>
    <p:sldId id="262" r:id="rId16"/>
    <p:sldId id="272" r:id="rId17"/>
    <p:sldId id="292" r:id="rId18"/>
    <p:sldId id="298" r:id="rId19"/>
    <p:sldId id="282" r:id="rId20"/>
    <p:sldId id="293" r:id="rId21"/>
    <p:sldId id="296" r:id="rId22"/>
    <p:sldId id="297" r:id="rId23"/>
    <p:sldId id="299" r:id="rId24"/>
    <p:sldId id="283" r:id="rId25"/>
    <p:sldId id="270" r:id="rId26"/>
    <p:sldId id="287" r:id="rId27"/>
    <p:sldId id="260" r:id="rId28"/>
    <p:sldId id="300" r:id="rId29"/>
    <p:sldId id="301" r:id="rId30"/>
    <p:sldId id="277" r:id="rId31"/>
    <p:sldId id="273" r:id="rId32"/>
    <p:sldId id="278" r:id="rId33"/>
    <p:sldId id="275" r:id="rId34"/>
    <p:sldId id="274" r:id="rId35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92" autoAdjust="0"/>
    <p:restoredTop sz="94694"/>
  </p:normalViewPr>
  <p:slideViewPr>
    <p:cSldViewPr snapToGrid="0">
      <p:cViewPr>
        <p:scale>
          <a:sx n="75" d="100"/>
          <a:sy n="75" d="100"/>
        </p:scale>
        <p:origin x="2154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8EBD3-0B4A-4BE4-AF97-890B19D46FB6}" type="datetimeFigureOut">
              <a:rPr lang="nb-NO" smtClean="0"/>
              <a:t>07.10.2025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69D1AA-CF0A-4167-A5F6-2AB68B9E033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1542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00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416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49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085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994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34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531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845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22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116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005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58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24" r:id="rId6"/>
    <p:sldLayoutId id="2147483719" r:id="rId7"/>
    <p:sldLayoutId id="2147483720" r:id="rId8"/>
    <p:sldLayoutId id="2147483721" r:id="rId9"/>
    <p:sldLayoutId id="2147483723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AC292F1-6C6E-861A-E072-A99AD7A426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/>
              <a:t>Adobe Audition</a:t>
            </a:r>
            <a:endParaRPr lang="nb-NO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D61D8453-A471-628E-48AA-ED7D95118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40165"/>
            <a:ext cx="9144000" cy="3158686"/>
          </a:xfrm>
        </p:spPr>
        <p:txBody>
          <a:bodyPr>
            <a:normAutofit/>
          </a:bodyPr>
          <a:lstStyle/>
          <a:p>
            <a:r>
              <a:rPr lang="nb-NO" sz="2000" dirty="0"/>
              <a:t>Lydredigering i</a:t>
            </a:r>
          </a:p>
          <a:p>
            <a:endParaRPr lang="nb-NO" sz="2000" dirty="0"/>
          </a:p>
          <a:p>
            <a:endParaRPr lang="nb-NO" sz="2000" dirty="0"/>
          </a:p>
          <a:p>
            <a:endParaRPr lang="nb-NO" sz="2000" dirty="0"/>
          </a:p>
          <a:p>
            <a:endParaRPr lang="nb-NO" sz="2000" dirty="0"/>
          </a:p>
          <a:p>
            <a:r>
              <a:rPr lang="nb-NO" sz="2000" dirty="0"/>
              <a:t>                                       </a:t>
            </a:r>
            <a:r>
              <a:rPr lang="nb-NO" sz="2000" dirty="0">
                <a:solidFill>
                  <a:schemeClr val="accent4"/>
                </a:solidFill>
              </a:rPr>
              <a:t>+ viktige prinsipper for klargjøring av klipp</a:t>
            </a:r>
          </a:p>
        </p:txBody>
      </p:sp>
    </p:spTree>
    <p:extLst>
      <p:ext uri="{BB962C8B-B14F-4D97-AF65-F5344CB8AC3E}">
        <p14:creationId xmlns:p14="http://schemas.microsoft.com/office/powerpoint/2010/main" val="118396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66E91-2B57-5019-E0CB-6692870A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Prosjektgang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32D7F-5302-FA0E-D496-1566FD725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Importer </a:t>
            </a:r>
            <a:r>
              <a:rPr lang="en-US" sz="2000" dirty="0" err="1"/>
              <a:t>lydklippene</a:t>
            </a:r>
            <a:r>
              <a:rPr lang="en-US" sz="2000" dirty="0"/>
              <a:t> du </a:t>
            </a:r>
            <a:r>
              <a:rPr lang="en-US" sz="2000" dirty="0" err="1"/>
              <a:t>skal</a:t>
            </a:r>
            <a:r>
              <a:rPr lang="en-US" sz="2000" dirty="0"/>
              <a:t> </a:t>
            </a:r>
            <a:r>
              <a:rPr lang="en-US" sz="2000" dirty="0" err="1"/>
              <a:t>bruke</a:t>
            </a:r>
            <a:r>
              <a:rPr lang="en-US" sz="2000" dirty="0"/>
              <a:t>, </a:t>
            </a:r>
            <a:r>
              <a:rPr lang="en-US" sz="2000" dirty="0" err="1"/>
              <a:t>og</a:t>
            </a:r>
            <a:r>
              <a:rPr lang="en-US" sz="2000" dirty="0"/>
              <a:t> </a:t>
            </a:r>
            <a:r>
              <a:rPr lang="en-US" sz="2000" dirty="0" err="1"/>
              <a:t>fordel</a:t>
            </a:r>
            <a:r>
              <a:rPr lang="en-US" sz="2000" dirty="0"/>
              <a:t> </a:t>
            </a:r>
            <a:r>
              <a:rPr lang="en-US" sz="2000" dirty="0" err="1"/>
              <a:t>hver</a:t>
            </a:r>
            <a:r>
              <a:rPr lang="en-US" sz="2000" dirty="0"/>
              <a:t> av dem </a:t>
            </a:r>
            <a:r>
              <a:rPr lang="en-US" sz="2000" dirty="0" err="1"/>
              <a:t>på</a:t>
            </a:r>
            <a:r>
              <a:rPr lang="en-US" sz="2000" dirty="0"/>
              <a:t> </a:t>
            </a:r>
            <a:r>
              <a:rPr lang="en-US" sz="2000" dirty="0" err="1"/>
              <a:t>ulike</a:t>
            </a:r>
            <a:r>
              <a:rPr lang="en-US" sz="2000" dirty="0"/>
              <a:t> </a:t>
            </a:r>
            <a:r>
              <a:rPr lang="en-US" sz="2000" dirty="0" err="1"/>
              <a:t>spor</a:t>
            </a:r>
            <a:r>
              <a:rPr lang="en-US" sz="2000" dirty="0"/>
              <a:t>. </a:t>
            </a:r>
            <a:r>
              <a:rPr lang="en-US" sz="2000" dirty="0" err="1"/>
              <a:t>Gjør</a:t>
            </a:r>
            <a:r>
              <a:rPr lang="en-US" sz="2000" dirty="0"/>
              <a:t> stereo dialog </a:t>
            </a:r>
            <a:r>
              <a:rPr lang="en-US" sz="2000" dirty="0" err="1"/>
              <a:t>til</a:t>
            </a:r>
            <a:r>
              <a:rPr lang="en-US" sz="2000" dirty="0"/>
              <a:t> mono </a:t>
            </a:r>
            <a:r>
              <a:rPr lang="en-US" sz="2000" dirty="0" err="1"/>
              <a:t>hvis</a:t>
            </a:r>
            <a:r>
              <a:rPr lang="en-US" sz="2000" dirty="0"/>
              <a:t> det </a:t>
            </a:r>
            <a:r>
              <a:rPr lang="en-US" sz="2000" dirty="0" err="1"/>
              <a:t>trengs</a:t>
            </a:r>
            <a:r>
              <a:rPr lang="en-US" sz="20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Klipp </a:t>
            </a:r>
            <a:r>
              <a:rPr lang="en-US" sz="2000" dirty="0" err="1"/>
              <a:t>sammen</a:t>
            </a:r>
            <a:r>
              <a:rPr lang="en-US" sz="2000" dirty="0"/>
              <a:t> </a:t>
            </a:r>
            <a:r>
              <a:rPr lang="en-US" sz="2000" dirty="0" err="1"/>
              <a:t>rekkefølgen</a:t>
            </a:r>
            <a:r>
              <a:rPr lang="en-US" sz="2000" dirty="0"/>
              <a:t> </a:t>
            </a:r>
            <a:r>
              <a:rPr lang="en-US" sz="2000" dirty="0" err="1"/>
              <a:t>og</a:t>
            </a:r>
            <a:r>
              <a:rPr lang="en-US" sz="2000" dirty="0"/>
              <a:t> </a:t>
            </a:r>
            <a:r>
              <a:rPr lang="en-US" sz="2000" dirty="0" err="1"/>
              <a:t>varigheten</a:t>
            </a:r>
            <a:r>
              <a:rPr lang="en-US" sz="2000" dirty="0"/>
              <a:t> </a:t>
            </a:r>
            <a:r>
              <a:rPr lang="en-US" sz="2000" dirty="0" err="1"/>
              <a:t>på</a:t>
            </a:r>
            <a:r>
              <a:rPr lang="en-US" sz="2000" dirty="0"/>
              <a:t> </a:t>
            </a:r>
            <a:r>
              <a:rPr lang="en-US" sz="2000" dirty="0" err="1"/>
              <a:t>podcasten</a:t>
            </a:r>
            <a:r>
              <a:rPr lang="en-US" sz="2000" dirty="0"/>
              <a:t>. </a:t>
            </a:r>
            <a:r>
              <a:rPr lang="en-US" sz="2000" dirty="0" err="1"/>
              <a:t>Plasser</a:t>
            </a:r>
            <a:r>
              <a:rPr lang="en-US" sz="2000" dirty="0"/>
              <a:t> </a:t>
            </a:r>
            <a:r>
              <a:rPr lang="en-US" sz="2000" dirty="0" err="1"/>
              <a:t>musikk</a:t>
            </a:r>
            <a:r>
              <a:rPr lang="en-US" sz="2000" dirty="0"/>
              <a:t> </a:t>
            </a:r>
            <a:r>
              <a:rPr lang="en-US" sz="2000" dirty="0" err="1"/>
              <a:t>og</a:t>
            </a:r>
            <a:r>
              <a:rPr lang="en-US" sz="2000" dirty="0"/>
              <a:t> </a:t>
            </a:r>
            <a:r>
              <a:rPr lang="en-US" sz="2000" dirty="0" err="1"/>
              <a:t>andre</a:t>
            </a:r>
            <a:r>
              <a:rPr lang="en-US" sz="2000" dirty="0"/>
              <a:t> </a:t>
            </a:r>
            <a:r>
              <a:rPr lang="en-US" sz="2000" dirty="0" err="1"/>
              <a:t>lydspor</a:t>
            </a:r>
            <a:r>
              <a:rPr lang="en-US" sz="2000" dirty="0"/>
              <a:t> der det </a:t>
            </a:r>
            <a:r>
              <a:rPr lang="en-US" sz="2000" dirty="0" err="1"/>
              <a:t>skal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 err="1"/>
              <a:t>Balanser</a:t>
            </a:r>
            <a:r>
              <a:rPr lang="en-US" sz="2000" dirty="0"/>
              <a:t> all </a:t>
            </a:r>
            <a:r>
              <a:rPr lang="en-US" sz="2000" dirty="0" err="1"/>
              <a:t>dialogen</a:t>
            </a:r>
            <a:r>
              <a:rPr lang="en-US" sz="2000" dirty="0"/>
              <a:t> </a:t>
            </a:r>
            <a:r>
              <a:rPr lang="en-US" sz="2000" dirty="0" err="1"/>
              <a:t>slik</a:t>
            </a:r>
            <a:r>
              <a:rPr lang="en-US" sz="2000" dirty="0"/>
              <a:t> at det </a:t>
            </a:r>
            <a:r>
              <a:rPr lang="en-US" sz="2000" dirty="0" err="1"/>
              <a:t>oppleves</a:t>
            </a:r>
            <a:r>
              <a:rPr lang="en-US" sz="2000" dirty="0"/>
              <a:t> </a:t>
            </a:r>
            <a:r>
              <a:rPr lang="en-US" sz="2000" dirty="0" err="1"/>
              <a:t>som</a:t>
            </a:r>
            <a:r>
              <a:rPr lang="en-US" sz="2000" dirty="0"/>
              <a:t> </a:t>
            </a:r>
            <a:r>
              <a:rPr lang="en-US" sz="2000" dirty="0" err="1"/>
              <a:t>samme</a:t>
            </a:r>
            <a:r>
              <a:rPr lang="en-US" sz="2000" dirty="0"/>
              <a:t> </a:t>
            </a:r>
            <a:r>
              <a:rPr lang="en-US" sz="2000" dirty="0" err="1"/>
              <a:t>lydvolum</a:t>
            </a:r>
            <a:r>
              <a:rPr lang="en-US" sz="2000" dirty="0"/>
              <a:t>. Bruk compressor </a:t>
            </a:r>
            <a:r>
              <a:rPr lang="en-US" sz="2000" dirty="0" err="1"/>
              <a:t>på</a:t>
            </a:r>
            <a:r>
              <a:rPr lang="en-US" sz="2000" dirty="0"/>
              <a:t> </a:t>
            </a:r>
            <a:r>
              <a:rPr lang="en-US" sz="2000" dirty="0" err="1"/>
              <a:t>hvert</a:t>
            </a:r>
            <a:r>
              <a:rPr lang="en-US" sz="2000" dirty="0"/>
              <a:t> av </a:t>
            </a:r>
            <a:r>
              <a:rPr lang="en-US" sz="2000" dirty="0" err="1"/>
              <a:t>sporene</a:t>
            </a:r>
            <a:r>
              <a:rPr lang="en-US" sz="2000" dirty="0"/>
              <a:t> for å </a:t>
            </a:r>
            <a:r>
              <a:rPr lang="en-US" sz="2000" dirty="0" err="1"/>
              <a:t>jevne</a:t>
            </a:r>
            <a:r>
              <a:rPr lang="en-US" sz="2000" dirty="0"/>
              <a:t> det </a:t>
            </a:r>
            <a:r>
              <a:rPr lang="en-US" sz="2000" dirty="0" err="1"/>
              <a:t>enda</a:t>
            </a:r>
            <a:r>
              <a:rPr lang="en-US" sz="2000" dirty="0"/>
              <a:t> </a:t>
            </a:r>
            <a:r>
              <a:rPr lang="en-US" sz="2000" dirty="0" err="1"/>
              <a:t>bedre</a:t>
            </a:r>
            <a:r>
              <a:rPr lang="en-US" sz="2000" dirty="0"/>
              <a:t> </a:t>
            </a:r>
            <a:r>
              <a:rPr lang="en-US" sz="2000" dirty="0" err="1"/>
              <a:t>ut.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Juster </a:t>
            </a:r>
            <a:r>
              <a:rPr lang="en-US" sz="2000" dirty="0" err="1"/>
              <a:t>lydnivået</a:t>
            </a:r>
            <a:r>
              <a:rPr lang="en-US" sz="2000" dirty="0"/>
              <a:t> </a:t>
            </a:r>
            <a:r>
              <a:rPr lang="en-US" sz="2000" dirty="0" err="1"/>
              <a:t>til</a:t>
            </a:r>
            <a:r>
              <a:rPr lang="en-US" sz="2000" dirty="0"/>
              <a:t> </a:t>
            </a:r>
            <a:r>
              <a:rPr lang="en-US" sz="2000" dirty="0" err="1"/>
              <a:t>musikk</a:t>
            </a:r>
            <a:r>
              <a:rPr lang="en-US" sz="2000" dirty="0"/>
              <a:t> </a:t>
            </a:r>
            <a:r>
              <a:rPr lang="en-US" sz="2000" dirty="0" err="1"/>
              <a:t>og</a:t>
            </a:r>
            <a:r>
              <a:rPr lang="en-US" sz="2000" dirty="0"/>
              <a:t> </a:t>
            </a:r>
            <a:r>
              <a:rPr lang="en-US" sz="2000" dirty="0" err="1"/>
              <a:t>andre</a:t>
            </a:r>
            <a:r>
              <a:rPr lang="en-US" sz="2000" dirty="0"/>
              <a:t> </a:t>
            </a:r>
            <a:r>
              <a:rPr lang="en-US" sz="2000" dirty="0" err="1"/>
              <a:t>lyder</a:t>
            </a:r>
            <a:r>
              <a:rPr lang="en-US" sz="2000" dirty="0"/>
              <a:t> </a:t>
            </a:r>
            <a:r>
              <a:rPr lang="en-US" sz="2000" dirty="0" err="1"/>
              <a:t>slik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forhold </a:t>
            </a:r>
            <a:r>
              <a:rPr lang="en-US" sz="2000" dirty="0" err="1"/>
              <a:t>til</a:t>
            </a:r>
            <a:r>
              <a:rPr lang="en-US" sz="2000" dirty="0"/>
              <a:t> </a:t>
            </a:r>
            <a:r>
              <a:rPr lang="en-US" sz="2000" dirty="0" err="1"/>
              <a:t>dialogen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Bruk EQ </a:t>
            </a:r>
            <a:r>
              <a:rPr lang="en-US" sz="2000" dirty="0" err="1"/>
              <a:t>og</a:t>
            </a:r>
            <a:r>
              <a:rPr lang="en-US" sz="2000" dirty="0"/>
              <a:t> </a:t>
            </a:r>
            <a:r>
              <a:rPr lang="en-US" sz="2000" dirty="0" err="1"/>
              <a:t>støyreduksjon</a:t>
            </a:r>
            <a:r>
              <a:rPr lang="en-US" sz="2000" dirty="0"/>
              <a:t> for å </a:t>
            </a:r>
            <a:r>
              <a:rPr lang="en-US" sz="2000" dirty="0" err="1"/>
              <a:t>forbedre</a:t>
            </a:r>
            <a:r>
              <a:rPr lang="en-US" sz="2000" dirty="0"/>
              <a:t> </a:t>
            </a:r>
            <a:r>
              <a:rPr lang="en-US" sz="2000" dirty="0" err="1"/>
              <a:t>lydvaliteten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 err="1"/>
              <a:t>Fjern</a:t>
            </a:r>
            <a:r>
              <a:rPr lang="en-US" sz="2000" dirty="0"/>
              <a:t> </a:t>
            </a:r>
            <a:r>
              <a:rPr lang="en-US" sz="2000" dirty="0" err="1"/>
              <a:t>stillhet</a:t>
            </a:r>
            <a:r>
              <a:rPr lang="en-US" sz="2000" dirty="0"/>
              <a:t>, </a:t>
            </a:r>
            <a:r>
              <a:rPr lang="en-US" sz="2000" dirty="0" err="1"/>
              <a:t>støy</a:t>
            </a:r>
            <a:r>
              <a:rPr lang="en-US" sz="2000" dirty="0"/>
              <a:t> </a:t>
            </a:r>
            <a:r>
              <a:rPr lang="en-US" sz="2000" dirty="0" err="1"/>
              <a:t>og</a:t>
            </a:r>
            <a:r>
              <a:rPr lang="en-US" sz="2000" dirty="0"/>
              <a:t> </a:t>
            </a:r>
            <a:r>
              <a:rPr lang="en-US" sz="2000" dirty="0" err="1"/>
              <a:t>annet</a:t>
            </a:r>
            <a:r>
              <a:rPr lang="en-US" sz="2000" dirty="0"/>
              <a:t> </a:t>
            </a:r>
            <a:r>
              <a:rPr lang="en-US" sz="2000" dirty="0" err="1"/>
              <a:t>småpirk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637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03728-AB80-3248-9BC1-A56533B1E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9B853-5311-0AEA-7483-61645ED9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Prosjektgang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9C1B1-85F5-9040-AC58-2DB636D2B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Importer </a:t>
            </a:r>
            <a:r>
              <a:rPr lang="en-US" sz="2000" dirty="0" err="1"/>
              <a:t>lydklippene</a:t>
            </a:r>
            <a:r>
              <a:rPr lang="en-US" sz="2000" dirty="0"/>
              <a:t> du </a:t>
            </a:r>
            <a:r>
              <a:rPr lang="en-US" sz="2000" dirty="0" err="1"/>
              <a:t>skal</a:t>
            </a:r>
            <a:r>
              <a:rPr lang="en-US" sz="2000" dirty="0"/>
              <a:t> </a:t>
            </a:r>
            <a:r>
              <a:rPr lang="en-US" sz="2000" dirty="0" err="1"/>
              <a:t>bruke</a:t>
            </a:r>
            <a:r>
              <a:rPr lang="en-US" sz="2000" dirty="0"/>
              <a:t>, </a:t>
            </a:r>
            <a:r>
              <a:rPr lang="en-US" sz="2000" dirty="0" err="1"/>
              <a:t>og</a:t>
            </a:r>
            <a:r>
              <a:rPr lang="en-US" sz="2000" dirty="0"/>
              <a:t> </a:t>
            </a:r>
            <a:r>
              <a:rPr lang="en-US" sz="2000" dirty="0" err="1"/>
              <a:t>fordel</a:t>
            </a:r>
            <a:r>
              <a:rPr lang="en-US" sz="2000" dirty="0"/>
              <a:t> </a:t>
            </a:r>
            <a:r>
              <a:rPr lang="en-US" sz="2000" dirty="0" err="1"/>
              <a:t>hver</a:t>
            </a:r>
            <a:r>
              <a:rPr lang="en-US" sz="2000" dirty="0"/>
              <a:t> av dem </a:t>
            </a:r>
            <a:r>
              <a:rPr lang="en-US" sz="2000" dirty="0" err="1"/>
              <a:t>på</a:t>
            </a:r>
            <a:r>
              <a:rPr lang="en-US" sz="2000" dirty="0"/>
              <a:t> </a:t>
            </a:r>
            <a:r>
              <a:rPr lang="en-US" sz="2000" dirty="0" err="1"/>
              <a:t>ulike</a:t>
            </a:r>
            <a:r>
              <a:rPr lang="en-US" sz="2000" dirty="0"/>
              <a:t> </a:t>
            </a:r>
            <a:r>
              <a:rPr lang="en-US" sz="2000" dirty="0" err="1"/>
              <a:t>spor</a:t>
            </a:r>
            <a:r>
              <a:rPr lang="en-US" sz="2000" dirty="0"/>
              <a:t>. </a:t>
            </a:r>
            <a:r>
              <a:rPr lang="en-US" sz="2000" dirty="0" err="1"/>
              <a:t>Gjør</a:t>
            </a:r>
            <a:r>
              <a:rPr lang="en-US" sz="2000" dirty="0"/>
              <a:t> stereo dialog </a:t>
            </a:r>
            <a:r>
              <a:rPr lang="en-US" sz="2000" dirty="0" err="1"/>
              <a:t>til</a:t>
            </a:r>
            <a:r>
              <a:rPr lang="en-US" sz="2000" dirty="0"/>
              <a:t> mono </a:t>
            </a:r>
            <a:r>
              <a:rPr lang="en-US" sz="2000" dirty="0" err="1"/>
              <a:t>hvis</a:t>
            </a:r>
            <a:r>
              <a:rPr lang="en-US" sz="2000" dirty="0"/>
              <a:t> det </a:t>
            </a:r>
            <a:r>
              <a:rPr lang="en-US" sz="2000" dirty="0" err="1"/>
              <a:t>trengs</a:t>
            </a:r>
            <a:r>
              <a:rPr lang="en-US" sz="20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Klipp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sammen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rekkefølgen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og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varigheten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på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podcasten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Plasser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musikk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og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andre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lydspor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der det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skal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Balanser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all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dialogen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slik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at det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oppleves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som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samme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lydvolum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. Bruk compressor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på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hvert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av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sporene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for å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jevne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det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enda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bedre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ut.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Juster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lydnivået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til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musikk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og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andre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lyder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slik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forhold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til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dialogen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Bruk EQ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og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støyreduksjon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for å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forbedre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lydvaliteten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Fjern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stillhet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støy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og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annet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småpirk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023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4CD26-6E2A-6FEE-C425-AD53D226C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399" y="365125"/>
            <a:ext cx="10515600" cy="1325563"/>
          </a:xfrm>
        </p:spPr>
        <p:txBody>
          <a:bodyPr/>
          <a:lstStyle/>
          <a:p>
            <a:r>
              <a:rPr lang="nb-NO" dirty="0"/>
              <a:t>Filhåndtering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1212B-FB57-D76C-307D-877201BF5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399" y="1825625"/>
            <a:ext cx="10083800" cy="4351338"/>
          </a:xfrm>
        </p:spPr>
        <p:txBody>
          <a:bodyPr/>
          <a:lstStyle/>
          <a:p>
            <a:pPr marL="0" indent="0">
              <a:buNone/>
            </a:pPr>
            <a:r>
              <a:rPr lang="nb-NO" dirty="0"/>
              <a:t>Audition har ingen smart intern lagring - du er selv ansvarlig for å lage mappesystem. Anbefalt:</a:t>
            </a:r>
          </a:p>
        </p:txBody>
      </p:sp>
      <p:pic>
        <p:nvPicPr>
          <p:cNvPr id="5" name="Graphic 4" descr="Folder with solid fill">
            <a:extLst>
              <a:ext uri="{FF2B5EF4-FFF2-40B4-BE49-F238E27FC236}">
                <a16:creationId xmlns:a16="http://schemas.microsoft.com/office/drawing/2014/main" id="{1454E6B7-77EA-C794-A1EE-862F00B09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6800" y="3294063"/>
            <a:ext cx="673100" cy="6731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0E675A-3AAB-A71A-4A74-F8F1A18F94A7}"/>
              </a:ext>
            </a:extLst>
          </p:cNvPr>
          <p:cNvSpPr txBox="1">
            <a:spLocks/>
          </p:cNvSpPr>
          <p:nvPr/>
        </p:nvSpPr>
        <p:spPr>
          <a:xfrm>
            <a:off x="3009900" y="3429000"/>
            <a:ext cx="8153401" cy="2543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Mitt Audition Prosjekt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	</a:t>
            </a:r>
            <a:r>
              <a:rPr lang="nb-NO" i="1" dirty="0" err="1">
                <a:solidFill>
                  <a:schemeClr val="bg1">
                    <a:lumMod val="65000"/>
                  </a:schemeClr>
                </a:solidFill>
              </a:rPr>
              <a:t>Multitrack</a:t>
            </a:r>
            <a:r>
              <a:rPr lang="nb-NO" i="1" dirty="0">
                <a:solidFill>
                  <a:schemeClr val="bg1">
                    <a:lumMod val="65000"/>
                  </a:schemeClr>
                </a:solidFill>
              </a:rPr>
              <a:t> fil (Opprettes senere i Audition)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	Audio Files / Lydfiler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		</a:t>
            </a:r>
            <a:r>
              <a:rPr lang="nb-NO" i="1" dirty="0">
                <a:solidFill>
                  <a:schemeClr val="bg1">
                    <a:lumMod val="65000"/>
                  </a:schemeClr>
                </a:solidFill>
              </a:rPr>
              <a:t>…Alle lydfilene</a:t>
            </a:r>
          </a:p>
        </p:txBody>
      </p:sp>
      <p:pic>
        <p:nvPicPr>
          <p:cNvPr id="7" name="Graphic 6" descr="Folder with solid fill">
            <a:extLst>
              <a:ext uri="{FF2B5EF4-FFF2-40B4-BE49-F238E27FC236}">
                <a16:creationId xmlns:a16="http://schemas.microsoft.com/office/drawing/2014/main" id="{BE4082DD-185E-4B8D-5353-517F1048D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1200" y="4424363"/>
            <a:ext cx="673100" cy="6731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7541864-FA79-3451-1C15-9B35C0D93A25}"/>
              </a:ext>
            </a:extLst>
          </p:cNvPr>
          <p:cNvGrpSpPr/>
          <p:nvPr/>
        </p:nvGrpSpPr>
        <p:grpSpPr>
          <a:xfrm>
            <a:off x="3380740" y="4080804"/>
            <a:ext cx="414020" cy="228330"/>
            <a:chOff x="6756400" y="508000"/>
            <a:chExt cx="1911350" cy="1054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17EFB2-20DF-B42C-02A9-ED721AEB56BA}"/>
                </a:ext>
              </a:extLst>
            </p:cNvPr>
            <p:cNvSpPr/>
            <p:nvPr/>
          </p:nvSpPr>
          <p:spPr>
            <a:xfrm>
              <a:off x="6756400" y="508000"/>
              <a:ext cx="1911350" cy="10541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FAC00A-251F-410E-FE46-6C41035890C2}"/>
                </a:ext>
              </a:extLst>
            </p:cNvPr>
            <p:cNvSpPr/>
            <p:nvPr/>
          </p:nvSpPr>
          <p:spPr>
            <a:xfrm>
              <a:off x="7277100" y="508000"/>
              <a:ext cx="1390650" cy="52705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4F6866-C28C-E397-BB8B-5D3CB9B67650}"/>
                </a:ext>
              </a:extLst>
            </p:cNvPr>
            <p:cNvSpPr/>
            <p:nvPr/>
          </p:nvSpPr>
          <p:spPr>
            <a:xfrm>
              <a:off x="6756400" y="1035051"/>
              <a:ext cx="1390650" cy="52705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</p:grpSp>
      <p:sp>
        <p:nvSpPr>
          <p:cNvPr id="13" name="Arrow: Bent-Up 12">
            <a:extLst>
              <a:ext uri="{FF2B5EF4-FFF2-40B4-BE49-F238E27FC236}">
                <a16:creationId xmlns:a16="http://schemas.microsoft.com/office/drawing/2014/main" id="{C0FF48B8-88EB-2397-2361-6C931A1AB432}"/>
              </a:ext>
            </a:extLst>
          </p:cNvPr>
          <p:cNvSpPr/>
          <p:nvPr/>
        </p:nvSpPr>
        <p:spPr>
          <a:xfrm rot="5400000">
            <a:off x="2644481" y="3967164"/>
            <a:ext cx="336550" cy="341971"/>
          </a:xfrm>
          <a:prstGeom prst="bentUp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Arrow: Bent-Up 13">
            <a:extLst>
              <a:ext uri="{FF2B5EF4-FFF2-40B4-BE49-F238E27FC236}">
                <a16:creationId xmlns:a16="http://schemas.microsoft.com/office/drawing/2014/main" id="{772FB715-BAE1-57BF-8CF2-51D138F8C124}"/>
              </a:ext>
            </a:extLst>
          </p:cNvPr>
          <p:cNvSpPr/>
          <p:nvPr/>
        </p:nvSpPr>
        <p:spPr>
          <a:xfrm rot="5400000">
            <a:off x="2490097" y="4346644"/>
            <a:ext cx="645318" cy="341971"/>
          </a:xfrm>
          <a:prstGeom prst="bentUp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Arrow: Bent-Up 14">
            <a:extLst>
              <a:ext uri="{FF2B5EF4-FFF2-40B4-BE49-F238E27FC236}">
                <a16:creationId xmlns:a16="http://schemas.microsoft.com/office/drawing/2014/main" id="{86CE8190-40B6-AE9F-972C-3D36BE8BF32E}"/>
              </a:ext>
            </a:extLst>
          </p:cNvPr>
          <p:cNvSpPr/>
          <p:nvPr/>
        </p:nvSpPr>
        <p:spPr>
          <a:xfrm rot="5400000">
            <a:off x="3546010" y="5094753"/>
            <a:ext cx="336550" cy="341971"/>
          </a:xfrm>
          <a:prstGeom prst="bentUp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7" name="Graphic 16" descr="Voice with solid fill">
            <a:extLst>
              <a:ext uri="{FF2B5EF4-FFF2-40B4-BE49-F238E27FC236}">
                <a16:creationId xmlns:a16="http://schemas.microsoft.com/office/drawing/2014/main" id="{E284F28A-C42D-11C3-4609-D8E58CBDA5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8923" y="5049836"/>
            <a:ext cx="639493" cy="63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200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C609E-741C-DE32-C65B-CF1C4D01A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Importering til files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D859EC-4BAF-AB9E-C732-036C39A93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4862" y="2038870"/>
            <a:ext cx="8602275" cy="3924848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6FFC6C5A-0142-4487-DFC4-D56A2B7EF54F}"/>
              </a:ext>
            </a:extLst>
          </p:cNvPr>
          <p:cNvSpPr/>
          <p:nvPr/>
        </p:nvSpPr>
        <p:spPr>
          <a:xfrm>
            <a:off x="4927600" y="4064000"/>
            <a:ext cx="2921000" cy="342900"/>
          </a:xfrm>
          <a:prstGeom prst="leftArrow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9696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and person with speakers&#10;&#10;AI-generated content may be incorrect.">
            <a:extLst>
              <a:ext uri="{FF2B5EF4-FFF2-40B4-BE49-F238E27FC236}">
                <a16:creationId xmlns:a16="http://schemas.microsoft.com/office/drawing/2014/main" id="{D9A7868B-E615-0EE8-411E-9D982D381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89"/>
          <a:stretch/>
        </p:blipFill>
        <p:spPr>
          <a:xfrm>
            <a:off x="1753325" y="518498"/>
            <a:ext cx="3882523" cy="5564952"/>
          </a:xfrm>
        </p:spPr>
      </p:pic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9861D801-C3DF-E63C-5854-202DB023C484}"/>
              </a:ext>
            </a:extLst>
          </p:cNvPr>
          <p:cNvSpPr txBox="1">
            <a:spLocks/>
          </p:cNvSpPr>
          <p:nvPr/>
        </p:nvSpPr>
        <p:spPr>
          <a:xfrm>
            <a:off x="7816063" y="6083450"/>
            <a:ext cx="1812398" cy="8645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i="1" dirty="0">
                <a:ea typeface="+mn-lt"/>
                <a:cs typeface="+mn-lt"/>
              </a:rPr>
              <a:t>*Panorering</a:t>
            </a:r>
          </a:p>
        </p:txBody>
      </p:sp>
      <p:pic>
        <p:nvPicPr>
          <p:cNvPr id="11" name="Content Placeholder 4" descr="A person and person with speakers&#10;&#10;AI-generated content may be incorrect.">
            <a:extLst>
              <a:ext uri="{FF2B5EF4-FFF2-40B4-BE49-F238E27FC236}">
                <a16:creationId xmlns:a16="http://schemas.microsoft.com/office/drawing/2014/main" id="{3E84DF85-0A0A-0662-1708-6D18383330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21"/>
          <a:stretch/>
        </p:blipFill>
        <p:spPr>
          <a:xfrm>
            <a:off x="6461007" y="518499"/>
            <a:ext cx="3743302" cy="556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471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B6E8F3-DC11-8EC0-2E7E-DB3BB79AE2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96FED8-0D5D-27C3-E95E-AFA9C32F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1026" name="Picture 2" descr="A pair of electronic devices&#10;&#10;AI-generated content may be incorrect.">
            <a:extLst>
              <a:ext uri="{FF2B5EF4-FFF2-40B4-BE49-F238E27FC236}">
                <a16:creationId xmlns:a16="http://schemas.microsoft.com/office/drawing/2014/main" id="{7B4407F3-F961-D873-6F76-C0AB94D38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0" y="0"/>
            <a:ext cx="514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tel 1">
            <a:extLst>
              <a:ext uri="{FF2B5EF4-FFF2-40B4-BE49-F238E27FC236}">
                <a16:creationId xmlns:a16="http://schemas.microsoft.com/office/drawing/2014/main" id="{672C8F91-0D50-A995-A86C-E643EFFFD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0022" y="2832200"/>
            <a:ext cx="1379706" cy="1817620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nb-NO" dirty="0">
                <a:solidFill>
                  <a:schemeClr val="bg1"/>
                </a:solidFill>
              </a:rPr>
              <a:t>Stereo</a:t>
            </a:r>
          </a:p>
        </p:txBody>
      </p:sp>
      <p:sp>
        <p:nvSpPr>
          <p:cNvPr id="6" name="Tittel 1">
            <a:extLst>
              <a:ext uri="{FF2B5EF4-FFF2-40B4-BE49-F238E27FC236}">
                <a16:creationId xmlns:a16="http://schemas.microsoft.com/office/drawing/2014/main" id="{DBD71FB7-C0E6-E7F4-3833-1541A19E88B0}"/>
              </a:ext>
            </a:extLst>
          </p:cNvPr>
          <p:cNvSpPr txBox="1">
            <a:spLocks/>
          </p:cNvSpPr>
          <p:nvPr/>
        </p:nvSpPr>
        <p:spPr>
          <a:xfrm>
            <a:off x="1072272" y="2832200"/>
            <a:ext cx="1379706" cy="18176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dirty="0">
                <a:solidFill>
                  <a:schemeClr val="bg1"/>
                </a:solidFill>
              </a:rPr>
              <a:t>Mono</a:t>
            </a:r>
          </a:p>
        </p:txBody>
      </p:sp>
    </p:spTree>
    <p:extLst>
      <p:ext uri="{BB962C8B-B14F-4D97-AF65-F5344CB8AC3E}">
        <p14:creationId xmlns:p14="http://schemas.microsoft.com/office/powerpoint/2010/main" val="378066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B3182-C495-3329-1145-245463F0D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Lydformater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EF64C-77C6-5BC5-5B6E-3A9712FB9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60070" lvl="1" indent="-285750">
              <a:lnSpc>
                <a:spcPct val="120000"/>
              </a:lnSpc>
            </a:pPr>
            <a:r>
              <a:rPr lang="nb-NO" sz="1600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Ukomprimert: </a:t>
            </a:r>
            <a:r>
              <a:rPr lang="nb-NO" sz="1600" dirty="0">
                <a:ea typeface="+mn-lt"/>
                <a:cs typeface="+mn-lt"/>
              </a:rPr>
              <a:t>WAV</a:t>
            </a:r>
          </a:p>
          <a:p>
            <a:pPr marL="560070" lvl="1" indent="-285750">
              <a:lnSpc>
                <a:spcPct val="120000"/>
              </a:lnSpc>
            </a:pPr>
            <a:r>
              <a:rPr lang="nb-NO" sz="1600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Komprimert:    </a:t>
            </a:r>
            <a:r>
              <a:rPr lang="nb-NO" sz="1600" dirty="0">
                <a:ea typeface="+mn-lt"/>
                <a:cs typeface="+mn-lt"/>
              </a:rPr>
              <a:t>mp3, m4a, AAC, MPEG</a:t>
            </a:r>
          </a:p>
          <a:p>
            <a:pPr marL="0" indent="0">
              <a:buNone/>
            </a:pPr>
            <a:endParaRPr lang="nb-NO" sz="1800" dirty="0"/>
          </a:p>
          <a:p>
            <a:pPr marL="0" indent="0">
              <a:buNone/>
            </a:pPr>
            <a:r>
              <a:rPr lang="nb-NO" sz="1800" dirty="0"/>
              <a:t>WAV har best kvalitet, og bør alltid brukes under innspilling og underveis i prosjektet</a:t>
            </a:r>
          </a:p>
          <a:p>
            <a:pPr marL="0" indent="0">
              <a:buNone/>
            </a:pPr>
            <a:r>
              <a:rPr lang="nb-NO" sz="1800" dirty="0"/>
              <a:t>De fleste lydplattformer bruker WAV som opplastningsformat (selv om det blir nedgradert under </a:t>
            </a:r>
            <a:r>
              <a:rPr lang="nb-NO" sz="1800" dirty="0" err="1"/>
              <a:t>streaming</a:t>
            </a:r>
            <a:r>
              <a:rPr lang="nb-NO" sz="1800" dirty="0"/>
              <a:t>)</a:t>
            </a:r>
          </a:p>
          <a:p>
            <a:pPr marL="0" indent="0">
              <a:buNone/>
            </a:pPr>
            <a:endParaRPr lang="nb-NO" sz="1800" dirty="0"/>
          </a:p>
          <a:p>
            <a:pPr marL="0" indent="0">
              <a:buNone/>
            </a:pPr>
            <a:r>
              <a:rPr lang="nb-NO" sz="1800" dirty="0"/>
              <a:t>Komprimerte filer brukes for enkel lagring og deling, der kvaliteten ikke er av topp kvalitet</a:t>
            </a:r>
          </a:p>
        </p:txBody>
      </p:sp>
    </p:spTree>
    <p:extLst>
      <p:ext uri="{BB962C8B-B14F-4D97-AF65-F5344CB8AC3E}">
        <p14:creationId xmlns:p14="http://schemas.microsoft.com/office/powerpoint/2010/main" val="292726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CC467-9078-1E1E-C5C0-CA98F3AB4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41A8A-BEEB-C157-BBD0-F605F2028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>
                <a:solidFill>
                  <a:schemeClr val="accent4"/>
                </a:solidFill>
              </a:rPr>
              <a:t>Hovedregel for stemmer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70261-E9F0-B971-A923-396346538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823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2400" dirty="0"/>
              <a:t>Selv fra ulike vinkler, skal vanlige menneskestemmer alltid ligge i midten (mono) i panorering </a:t>
            </a:r>
          </a:p>
        </p:txBody>
      </p:sp>
      <p:pic>
        <p:nvPicPr>
          <p:cNvPr id="2050" name="Picture 2" descr="This Is Purdue” Podcast - The Persistent Pursuit">
            <a:extLst>
              <a:ext uri="{FF2B5EF4-FFF2-40B4-BE49-F238E27FC236}">
                <a16:creationId xmlns:a16="http://schemas.microsoft.com/office/drawing/2014/main" id="{BFCA1274-548C-2451-7E79-E3DAA2DA2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74" y="2982912"/>
            <a:ext cx="6682328" cy="350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4" descr="A person and person with speakers&#10;&#10;AI-generated content may be incorrect.">
            <a:extLst>
              <a:ext uri="{FF2B5EF4-FFF2-40B4-BE49-F238E27FC236}">
                <a16:creationId xmlns:a16="http://schemas.microsoft.com/office/drawing/2014/main" id="{C4A2A388-79CF-7B06-99E3-C4F6E36D84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89"/>
          <a:stretch/>
        </p:blipFill>
        <p:spPr>
          <a:xfrm>
            <a:off x="10321776" y="4182988"/>
            <a:ext cx="1568406" cy="2248050"/>
          </a:xfrm>
          <a:prstGeom prst="rect">
            <a:avLst/>
          </a:prstGeom>
        </p:spPr>
      </p:pic>
      <p:pic>
        <p:nvPicPr>
          <p:cNvPr id="5" name="Content Placeholder 4" descr="A person and person with speakers&#10;&#10;AI-generated content may be incorrect.">
            <a:extLst>
              <a:ext uri="{FF2B5EF4-FFF2-40B4-BE49-F238E27FC236}">
                <a16:creationId xmlns:a16="http://schemas.microsoft.com/office/drawing/2014/main" id="{2DEFA00F-C5E7-002E-F574-3DACB7F581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21"/>
          <a:stretch/>
        </p:blipFill>
        <p:spPr>
          <a:xfrm>
            <a:off x="8081580" y="4182988"/>
            <a:ext cx="1512166" cy="2248050"/>
          </a:xfrm>
          <a:prstGeom prst="rect">
            <a:avLst/>
          </a:prstGeom>
        </p:spPr>
      </p:pic>
      <p:pic>
        <p:nvPicPr>
          <p:cNvPr id="8" name="Picture 7" descr="A pair of black microphones&#10;&#10;AI-generated content may be incorrect.">
            <a:extLst>
              <a:ext uri="{FF2B5EF4-FFF2-40B4-BE49-F238E27FC236}">
                <a16:creationId xmlns:a16="http://schemas.microsoft.com/office/drawing/2014/main" id="{DB655EA6-D615-9BB2-C7DE-4C7FFAB756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7312"/>
          <a:stretch>
            <a:fillRect/>
          </a:stretch>
        </p:blipFill>
        <p:spPr>
          <a:xfrm>
            <a:off x="9408774" y="1550987"/>
            <a:ext cx="1059671" cy="2011213"/>
          </a:xfrm>
          <a:prstGeom prst="rect">
            <a:avLst/>
          </a:prstGeom>
        </p:spPr>
      </p:pic>
      <p:pic>
        <p:nvPicPr>
          <p:cNvPr id="12" name="Graphic 11" descr="Volume with solid fill">
            <a:extLst>
              <a:ext uri="{FF2B5EF4-FFF2-40B4-BE49-F238E27FC236}">
                <a16:creationId xmlns:a16="http://schemas.microsoft.com/office/drawing/2014/main" id="{7039179B-3C68-7428-9DD6-AD8C61A4F8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6119" y="1368425"/>
            <a:ext cx="914400" cy="914400"/>
          </a:xfrm>
          <a:prstGeom prst="rect">
            <a:avLst/>
          </a:prstGeom>
        </p:spPr>
      </p:pic>
      <p:pic>
        <p:nvPicPr>
          <p:cNvPr id="13" name="Graphic 12" descr="Volume with solid fill">
            <a:extLst>
              <a:ext uri="{FF2B5EF4-FFF2-40B4-BE49-F238E27FC236}">
                <a16:creationId xmlns:a16="http://schemas.microsoft.com/office/drawing/2014/main" id="{0C2C2AFB-241A-E5C2-D40E-B4FAA5171E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10540795" y="1368425"/>
            <a:ext cx="914400" cy="914400"/>
          </a:xfrm>
          <a:prstGeom prst="rect">
            <a:avLst/>
          </a:prstGeom>
        </p:spPr>
      </p:pic>
      <p:sp>
        <p:nvSpPr>
          <p:cNvPr id="14" name="Arrow: Left 13">
            <a:extLst>
              <a:ext uri="{FF2B5EF4-FFF2-40B4-BE49-F238E27FC236}">
                <a16:creationId xmlns:a16="http://schemas.microsoft.com/office/drawing/2014/main" id="{841CBCDE-8046-7BEB-46C4-13D07862CD37}"/>
              </a:ext>
            </a:extLst>
          </p:cNvPr>
          <p:cNvSpPr/>
          <p:nvPr/>
        </p:nvSpPr>
        <p:spPr>
          <a:xfrm rot="18312317">
            <a:off x="9186299" y="3829844"/>
            <a:ext cx="444948" cy="342900"/>
          </a:xfrm>
          <a:prstGeom prst="leftArrow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0A9FE53D-361B-184F-4D06-0AED5B064CB0}"/>
              </a:ext>
            </a:extLst>
          </p:cNvPr>
          <p:cNvSpPr/>
          <p:nvPr/>
        </p:nvSpPr>
        <p:spPr>
          <a:xfrm rot="10800000">
            <a:off x="9876828" y="5135563"/>
            <a:ext cx="444948" cy="342900"/>
          </a:xfrm>
          <a:prstGeom prst="leftArrow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26695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93D9A9-B174-52E5-D711-EC1346276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3" y="1372866"/>
            <a:ext cx="5221625" cy="4112269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472CE2-2D6B-17D7-6BC0-020CA7CC49C1}"/>
              </a:ext>
            </a:extLst>
          </p:cNvPr>
          <p:cNvSpPr txBox="1">
            <a:spLocks/>
          </p:cNvSpPr>
          <p:nvPr/>
        </p:nvSpPr>
        <p:spPr>
          <a:xfrm>
            <a:off x="6392583" y="2645922"/>
            <a:ext cx="4434721" cy="37104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1"/>
            <a:r>
              <a:rPr lang="en-US" sz="1800"/>
              <a:t>Har du importert et lydklipp som er stereo, men som egentlig er mono, kan dette splittes ved å høyeklikke på et stereo-spor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758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ABE5EA-E50B-6034-FA4C-99BC1B8A0E35}"/>
              </a:ext>
            </a:extLst>
          </p:cNvPr>
          <p:cNvSpPr/>
          <p:nvPr/>
        </p:nvSpPr>
        <p:spPr>
          <a:xfrm>
            <a:off x="127000" y="203200"/>
            <a:ext cx="2884756" cy="665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B847799E-8663-0E83-D485-C0AE7D001858}"/>
              </a:ext>
            </a:extLst>
          </p:cNvPr>
          <p:cNvSpPr txBox="1"/>
          <p:nvPr/>
        </p:nvSpPr>
        <p:spPr>
          <a:xfrm>
            <a:off x="392206" y="335845"/>
            <a:ext cx="237397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b="1" dirty="0" err="1">
                <a:solidFill>
                  <a:schemeClr val="accent4"/>
                </a:solidFill>
              </a:rPr>
              <a:t>Waveform</a:t>
            </a:r>
            <a:endParaRPr lang="nb-NO" sz="2400" b="1" dirty="0">
              <a:solidFill>
                <a:schemeClr val="accent4"/>
              </a:solidFill>
            </a:endParaRPr>
          </a:p>
          <a:p>
            <a:endParaRPr lang="nb-NO" dirty="0"/>
          </a:p>
          <a:p>
            <a:r>
              <a:rPr lang="nb-NO" dirty="0"/>
              <a:t>I dette vinduet kan du redigere på ett lydklipp av gangen</a:t>
            </a:r>
          </a:p>
          <a:p>
            <a:endParaRPr lang="nb-NO" dirty="0"/>
          </a:p>
          <a:p>
            <a:r>
              <a:rPr lang="nb-NO" dirty="0"/>
              <a:t>Bra for nøyaktig redigering og enkel innspilling via PC (ikke aktuelt for dere)</a:t>
            </a:r>
          </a:p>
        </p:txBody>
      </p:sp>
      <p:grpSp>
        <p:nvGrpSpPr>
          <p:cNvPr id="9" name="Gruppe 8">
            <a:extLst>
              <a:ext uri="{FF2B5EF4-FFF2-40B4-BE49-F238E27FC236}">
                <a16:creationId xmlns:a16="http://schemas.microsoft.com/office/drawing/2014/main" id="{FE0ECE6B-3E9A-C855-7F8F-43253E8B3E7C}"/>
              </a:ext>
            </a:extLst>
          </p:cNvPr>
          <p:cNvGrpSpPr/>
          <p:nvPr/>
        </p:nvGrpSpPr>
        <p:grpSpPr>
          <a:xfrm>
            <a:off x="3011756" y="754176"/>
            <a:ext cx="8788038" cy="5349648"/>
            <a:chOff x="2416628" y="754176"/>
            <a:chExt cx="8788038" cy="5349648"/>
          </a:xfrm>
        </p:grpSpPr>
        <p:pic>
          <p:nvPicPr>
            <p:cNvPr id="2" name="Bilde 1">
              <a:extLst>
                <a:ext uri="{FF2B5EF4-FFF2-40B4-BE49-F238E27FC236}">
                  <a16:creationId xmlns:a16="http://schemas.microsoft.com/office/drawing/2014/main" id="{D5634363-1ACC-7BC0-39B2-D8DD07C04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45229" y="754176"/>
              <a:ext cx="8559437" cy="5349648"/>
            </a:xfrm>
            <a:prstGeom prst="rect">
              <a:avLst/>
            </a:prstGeom>
          </p:spPr>
        </p:pic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1295C5A6-A38D-3CC2-3DAE-BC4DF480A190}"/>
                </a:ext>
              </a:extLst>
            </p:cNvPr>
            <p:cNvSpPr/>
            <p:nvPr/>
          </p:nvSpPr>
          <p:spPr>
            <a:xfrm>
              <a:off x="2416628" y="865023"/>
              <a:ext cx="1121228" cy="468086"/>
            </a:xfrm>
            <a:prstGeom prst="ellipse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>
                <a:ln>
                  <a:solidFill>
                    <a:srgbClr val="00B050"/>
                  </a:solidFill>
                </a:ln>
              </a:endParaRP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CD0830ED-6889-DF75-72D4-127588A19A4C}"/>
                </a:ext>
              </a:extLst>
            </p:cNvPr>
            <p:cNvSpPr/>
            <p:nvPr/>
          </p:nvSpPr>
          <p:spPr>
            <a:xfrm>
              <a:off x="4801866" y="865023"/>
              <a:ext cx="1121228" cy="46808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>
                <a:ln>
                  <a:solidFill>
                    <a:srgbClr val="00B050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3380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13BEFE-978A-9AF5-1D44-7F83CFF9D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039" y="1685681"/>
            <a:ext cx="4639322" cy="348663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E3DE81-BD61-AE17-FD79-49C29D7EB25A}"/>
              </a:ext>
            </a:extLst>
          </p:cNvPr>
          <p:cNvSpPr txBox="1">
            <a:spLocks/>
          </p:cNvSpPr>
          <p:nvPr/>
        </p:nvSpPr>
        <p:spPr>
          <a:xfrm>
            <a:off x="1041399" y="1825625"/>
            <a:ext cx="100838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nb-NO" sz="2400" i="1" dirty="0"/>
              <a:t> </a:t>
            </a:r>
            <a:r>
              <a:rPr lang="nb-NO" sz="2400" i="1" dirty="0">
                <a:solidFill>
                  <a:schemeClr val="accent4"/>
                </a:solidFill>
              </a:rPr>
              <a:t>Files</a:t>
            </a:r>
            <a:r>
              <a:rPr lang="nb-NO" sz="2400" dirty="0"/>
              <a:t> panelet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nb-NO" sz="2400" dirty="0"/>
              <a:t>Velg alle spor (</a:t>
            </a:r>
            <a:r>
              <a:rPr lang="nb-NO" sz="2400" dirty="0" err="1"/>
              <a:t>ctrl</a:t>
            </a:r>
            <a:r>
              <a:rPr lang="nb-NO" sz="2400" dirty="0"/>
              <a:t>/</a:t>
            </a:r>
            <a:r>
              <a:rPr lang="nb-NO" sz="2400" dirty="0" err="1"/>
              <a:t>cmd</a:t>
            </a:r>
            <a:r>
              <a:rPr lang="nb-NO" sz="2400" dirty="0"/>
              <a:t> + A), </a:t>
            </a:r>
            <a:br>
              <a:rPr lang="nb-NO" sz="2400" dirty="0"/>
            </a:br>
            <a:r>
              <a:rPr lang="nb-NO" sz="2400" dirty="0"/>
              <a:t>eller kun noen få du vil bruke </a:t>
            </a:r>
            <a:br>
              <a:rPr lang="nb-NO" sz="2400" dirty="0"/>
            </a:br>
            <a:r>
              <a:rPr lang="nb-NO" sz="2400" dirty="0"/>
              <a:t>(</a:t>
            </a:r>
            <a:r>
              <a:rPr lang="nb-NO" sz="2400" dirty="0" err="1"/>
              <a:t>shift</a:t>
            </a:r>
            <a:r>
              <a:rPr lang="nb-NO" sz="2400" dirty="0"/>
              <a:t> + klikk flere spor)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nb-NO" sz="2400" dirty="0"/>
              <a:t>Velg </a:t>
            </a:r>
            <a:r>
              <a:rPr lang="nb-NO" sz="2400" i="1" dirty="0">
                <a:solidFill>
                  <a:schemeClr val="accent4"/>
                </a:solidFill>
              </a:rPr>
              <a:t>New </a:t>
            </a:r>
            <a:r>
              <a:rPr lang="nb-NO" sz="2400" i="1" dirty="0" err="1">
                <a:solidFill>
                  <a:schemeClr val="accent4"/>
                </a:solidFill>
              </a:rPr>
              <a:t>Multitrack</a:t>
            </a:r>
            <a:r>
              <a:rPr lang="nb-NO" sz="2400" i="1" dirty="0">
                <a:solidFill>
                  <a:schemeClr val="accent4"/>
                </a:solidFill>
              </a:rPr>
              <a:t> </a:t>
            </a:r>
            <a:r>
              <a:rPr lang="nb-NO" sz="2400" i="1" dirty="0" err="1">
                <a:solidFill>
                  <a:schemeClr val="accent4"/>
                </a:solidFill>
              </a:rPr>
              <a:t>Session</a:t>
            </a:r>
            <a:r>
              <a:rPr lang="nb-NO" sz="2400" i="1" dirty="0">
                <a:solidFill>
                  <a:schemeClr val="accent4"/>
                </a:solidFill>
              </a:rPr>
              <a:t> 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F17BC5-5425-4462-F31B-122D3D46A299}"/>
              </a:ext>
            </a:extLst>
          </p:cNvPr>
          <p:cNvSpPr txBox="1">
            <a:spLocks/>
          </p:cNvSpPr>
          <p:nvPr/>
        </p:nvSpPr>
        <p:spPr>
          <a:xfrm>
            <a:off x="1041399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dirty="0"/>
              <a:t>Redigering av flere spor - </a:t>
            </a:r>
            <a:r>
              <a:rPr lang="nb-NO" dirty="0" err="1">
                <a:solidFill>
                  <a:schemeClr val="accent4"/>
                </a:solidFill>
              </a:rPr>
              <a:t>Multitrack</a:t>
            </a:r>
            <a:endParaRPr lang="nb-NO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776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032236-FD13-47D2-8F63-3647524C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897" y="442265"/>
            <a:ext cx="4991103" cy="639470"/>
          </a:xfrm>
        </p:spPr>
        <p:txBody>
          <a:bodyPr>
            <a:normAutofit fontScale="90000"/>
          </a:bodyPr>
          <a:lstStyle/>
          <a:p>
            <a:r>
              <a:rPr lang="nb-NO" dirty="0"/>
              <a:t>Opprette </a:t>
            </a:r>
            <a:r>
              <a:rPr lang="nb-NO" dirty="0" err="1"/>
              <a:t>multitrack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938C659-A2A5-4787-8C31-1F6F74B4A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897" y="1257300"/>
            <a:ext cx="5628412" cy="4838700"/>
          </a:xfr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nb-NO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Folder location: </a:t>
            </a:r>
            <a:r>
              <a:rPr lang="nb-NO" dirty="0">
                <a:ea typeface="+mn-lt"/>
                <a:cs typeface="+mn-lt"/>
              </a:rPr>
              <a:t>Velg mappen for prosjektet</a:t>
            </a:r>
            <a:endParaRPr lang="nb-NO" b="1" dirty="0">
              <a:solidFill>
                <a:schemeClr val="accent1">
                  <a:lumMod val="75000"/>
                </a:schemeClr>
              </a:solidFill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nb-NO" dirty="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nb-NO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Lydformater:</a:t>
            </a:r>
          </a:p>
          <a:p>
            <a:pPr marL="56007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b-NO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Ukomprimert: </a:t>
            </a:r>
            <a:r>
              <a:rPr lang="nb-NO" dirty="0">
                <a:ea typeface="+mn-lt"/>
                <a:cs typeface="+mn-lt"/>
              </a:rPr>
              <a:t>WAV</a:t>
            </a:r>
          </a:p>
          <a:p>
            <a:pPr marL="56007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b-NO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Komprimert:    </a:t>
            </a:r>
            <a:r>
              <a:rPr lang="nb-NO" dirty="0">
                <a:ea typeface="+mn-lt"/>
                <a:cs typeface="+mn-lt"/>
              </a:rPr>
              <a:t>mp3, m4a, AAC, MPEG</a:t>
            </a:r>
          </a:p>
          <a:p>
            <a:pPr marL="0" indent="0">
              <a:lnSpc>
                <a:spcPct val="120000"/>
              </a:lnSpc>
              <a:buNone/>
            </a:pPr>
            <a:endParaRPr lang="nb-NO" dirty="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nb-NO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Samplerate: </a:t>
            </a:r>
            <a:r>
              <a:rPr lang="nb-NO" dirty="0">
                <a:ea typeface="+mn-lt"/>
                <a:cs typeface="+mn-lt"/>
              </a:rPr>
              <a:t>Hvor mange ganger i sekundet en lyd er fanget og digitalisert (likner </a:t>
            </a:r>
            <a:r>
              <a:rPr lang="nb-NO" dirty="0" err="1">
                <a:ea typeface="+mn-lt"/>
                <a:cs typeface="+mn-lt"/>
              </a:rPr>
              <a:t>framerate</a:t>
            </a:r>
            <a:r>
              <a:rPr lang="nb-NO" dirty="0">
                <a:ea typeface="+mn-lt"/>
                <a:cs typeface="+mn-lt"/>
              </a:rPr>
              <a:t> fra film)</a:t>
            </a:r>
          </a:p>
          <a:p>
            <a:pPr>
              <a:lnSpc>
                <a:spcPct val="120000"/>
              </a:lnSpc>
            </a:pPr>
            <a:r>
              <a:rPr lang="nb-NO" dirty="0">
                <a:ea typeface="+mn-lt"/>
                <a:cs typeface="+mn-lt"/>
              </a:rPr>
              <a:t>De vanligste er 44,1kHz (CD) og 48kHz</a:t>
            </a:r>
          </a:p>
          <a:p>
            <a:pPr>
              <a:lnSpc>
                <a:spcPct val="120000"/>
              </a:lnSpc>
            </a:pPr>
            <a:endParaRPr lang="nb-NO" dirty="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nb-NO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Bit Depth: </a:t>
            </a:r>
            <a:r>
              <a:rPr lang="nb-NO" dirty="0">
                <a:ea typeface="+mn-lt"/>
                <a:cs typeface="+mn-lt"/>
              </a:rPr>
              <a:t>Dynamisk spillerom for lyden – Hvor lavt er det laveste, sammenliknet med det høyeste høye</a:t>
            </a:r>
          </a:p>
        </p:txBody>
      </p:sp>
      <p:pic>
        <p:nvPicPr>
          <p:cNvPr id="17" name="Picture 16" descr="A graph of a function&#10;&#10;AI-generated content may be incorrect.">
            <a:extLst>
              <a:ext uri="{FF2B5EF4-FFF2-40B4-BE49-F238E27FC236}">
                <a16:creationId xmlns:a16="http://schemas.microsoft.com/office/drawing/2014/main" id="{8122EE76-DFBD-9345-E745-50BFDE8A9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809" y="3900055"/>
            <a:ext cx="4457689" cy="24628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8C6830-56B3-94DD-12D4-53431E197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809" y="917865"/>
            <a:ext cx="4457689" cy="265024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F30E48E-2889-DA7F-AE14-99C5B7AAFFB2}"/>
              </a:ext>
            </a:extLst>
          </p:cNvPr>
          <p:cNvCxnSpPr>
            <a:cxnSpLocks/>
          </p:cNvCxnSpPr>
          <p:nvPr/>
        </p:nvCxnSpPr>
        <p:spPr>
          <a:xfrm>
            <a:off x="6308436" y="3777673"/>
            <a:ext cx="858982" cy="452582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993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line drawing of a city&#10;&#10;AI-generated content may be incorrect.">
            <a:extLst>
              <a:ext uri="{FF2B5EF4-FFF2-40B4-BE49-F238E27FC236}">
                <a16:creationId xmlns:a16="http://schemas.microsoft.com/office/drawing/2014/main" id="{9B05384B-8309-97D3-3841-16F2BE850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190" y="1272887"/>
            <a:ext cx="7767619" cy="397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89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3EF88D-EBED-B690-9BBE-642890160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3" y="1007472"/>
            <a:ext cx="5221625" cy="484305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72533-D4D6-70DD-1D39-77E04C4FA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1007472"/>
            <a:ext cx="4434721" cy="534887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nb-NO" sz="1800" dirty="0"/>
              <a:t>Alle lydfilene ble opprettet på tidslinjen. </a:t>
            </a:r>
          </a:p>
          <a:p>
            <a:pPr marL="0" indent="0">
              <a:buNone/>
            </a:pPr>
            <a:endParaRPr lang="nb-NO" sz="1800" dirty="0"/>
          </a:p>
          <a:p>
            <a:pPr marL="0" indent="0">
              <a:buNone/>
            </a:pPr>
            <a:r>
              <a:rPr lang="nb-NO" sz="1800" dirty="0"/>
              <a:t>En annen kvalitet med WAV er at det kan lagre metadata, slik som start-punkt. De er plassert ca. der de var i prosjektet mitt originalt.</a:t>
            </a:r>
          </a:p>
          <a:p>
            <a:pPr marL="0" indent="0">
              <a:buNone/>
            </a:pPr>
            <a:endParaRPr lang="nb-NO" sz="1800" dirty="0"/>
          </a:p>
          <a:p>
            <a:pPr marL="0" indent="0">
              <a:buNone/>
            </a:pPr>
            <a:r>
              <a:rPr lang="nb-NO" sz="1800" dirty="0"/>
              <a:t>Med et lydklipp valgt kan du også gå tilbake til isolert redigering, med menyen øverst til venstre:</a:t>
            </a:r>
          </a:p>
          <a:p>
            <a:pPr marL="0" indent="0">
              <a:buNone/>
            </a:pPr>
            <a:endParaRPr lang="nb-NO" sz="1800" dirty="0"/>
          </a:p>
          <a:p>
            <a:pPr marL="0" indent="0">
              <a:buNone/>
            </a:pPr>
            <a:endParaRPr lang="nb-NO" sz="18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CDE46BE-17B6-11E2-E6B9-90DF5D0B1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583" y="4571932"/>
            <a:ext cx="3475317" cy="144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45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7F5DF-B02A-92DB-D57D-7CAF00CBB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A9F3-D8FA-FB77-7A62-A073F102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Prosjektgang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6BF9A-356A-25CB-1CA3-94A36ADC5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4"/>
                </a:solidFill>
              </a:rPr>
              <a:t>Importer </a:t>
            </a:r>
            <a:r>
              <a:rPr lang="en-US" sz="2000" dirty="0" err="1">
                <a:solidFill>
                  <a:schemeClr val="accent4"/>
                </a:solidFill>
              </a:rPr>
              <a:t>lydklippene</a:t>
            </a:r>
            <a:r>
              <a:rPr lang="en-US" sz="2000" dirty="0">
                <a:solidFill>
                  <a:schemeClr val="accent4"/>
                </a:solidFill>
              </a:rPr>
              <a:t> du </a:t>
            </a:r>
            <a:r>
              <a:rPr lang="en-US" sz="2000" dirty="0" err="1">
                <a:solidFill>
                  <a:schemeClr val="accent4"/>
                </a:solidFill>
              </a:rPr>
              <a:t>skal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bruke</a:t>
            </a:r>
            <a:r>
              <a:rPr lang="en-US" sz="2000" dirty="0">
                <a:solidFill>
                  <a:schemeClr val="accent4"/>
                </a:solidFill>
              </a:rPr>
              <a:t>, </a:t>
            </a:r>
            <a:r>
              <a:rPr lang="en-US" sz="2000" dirty="0" err="1">
                <a:solidFill>
                  <a:schemeClr val="accent4"/>
                </a:solidFill>
              </a:rPr>
              <a:t>og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fordel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hver</a:t>
            </a:r>
            <a:r>
              <a:rPr lang="en-US" sz="2000" dirty="0">
                <a:solidFill>
                  <a:schemeClr val="accent4"/>
                </a:solidFill>
              </a:rPr>
              <a:t> av dem </a:t>
            </a:r>
            <a:r>
              <a:rPr lang="en-US" sz="2000" dirty="0" err="1">
                <a:solidFill>
                  <a:schemeClr val="accent4"/>
                </a:solidFill>
              </a:rPr>
              <a:t>på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ulike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spor</a:t>
            </a:r>
            <a:r>
              <a:rPr lang="en-US" sz="2000" dirty="0">
                <a:solidFill>
                  <a:schemeClr val="accent4"/>
                </a:solidFill>
              </a:rPr>
              <a:t>. </a:t>
            </a:r>
            <a:r>
              <a:rPr lang="en-US" sz="2000" dirty="0" err="1">
                <a:solidFill>
                  <a:schemeClr val="accent4"/>
                </a:solidFill>
              </a:rPr>
              <a:t>Gjør</a:t>
            </a:r>
            <a:r>
              <a:rPr lang="en-US" sz="2000" dirty="0">
                <a:solidFill>
                  <a:schemeClr val="accent4"/>
                </a:solidFill>
              </a:rPr>
              <a:t> stereo dialog </a:t>
            </a:r>
            <a:r>
              <a:rPr lang="en-US" sz="2000" dirty="0" err="1">
                <a:solidFill>
                  <a:schemeClr val="accent4"/>
                </a:solidFill>
              </a:rPr>
              <a:t>til</a:t>
            </a:r>
            <a:r>
              <a:rPr lang="en-US" sz="2000" dirty="0">
                <a:solidFill>
                  <a:schemeClr val="accent4"/>
                </a:solidFill>
              </a:rPr>
              <a:t> mono </a:t>
            </a:r>
            <a:r>
              <a:rPr lang="en-US" sz="2000" dirty="0" err="1">
                <a:solidFill>
                  <a:schemeClr val="accent4"/>
                </a:solidFill>
              </a:rPr>
              <a:t>hvis</a:t>
            </a:r>
            <a:r>
              <a:rPr lang="en-US" sz="2000" dirty="0">
                <a:solidFill>
                  <a:schemeClr val="accent4"/>
                </a:solidFill>
              </a:rPr>
              <a:t> det </a:t>
            </a:r>
            <a:r>
              <a:rPr lang="en-US" sz="2000" dirty="0" err="1">
                <a:solidFill>
                  <a:schemeClr val="accent4"/>
                </a:solidFill>
              </a:rPr>
              <a:t>trengs</a:t>
            </a:r>
            <a:r>
              <a:rPr lang="en-US" sz="2000" dirty="0">
                <a:solidFill>
                  <a:schemeClr val="accent4"/>
                </a:solidFill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Klipp </a:t>
            </a:r>
            <a:r>
              <a:rPr lang="en-US" sz="2000" dirty="0" err="1"/>
              <a:t>sammen</a:t>
            </a:r>
            <a:r>
              <a:rPr lang="en-US" sz="2000" dirty="0"/>
              <a:t> </a:t>
            </a:r>
            <a:r>
              <a:rPr lang="en-US" sz="2000" dirty="0" err="1"/>
              <a:t>rekkefølgen</a:t>
            </a:r>
            <a:r>
              <a:rPr lang="en-US" sz="2000" dirty="0"/>
              <a:t> </a:t>
            </a:r>
            <a:r>
              <a:rPr lang="en-US" sz="2000" dirty="0" err="1"/>
              <a:t>og</a:t>
            </a:r>
            <a:r>
              <a:rPr lang="en-US" sz="2000" dirty="0"/>
              <a:t> </a:t>
            </a:r>
            <a:r>
              <a:rPr lang="en-US" sz="2000" dirty="0" err="1"/>
              <a:t>varigheten</a:t>
            </a:r>
            <a:r>
              <a:rPr lang="en-US" sz="2000" dirty="0"/>
              <a:t> </a:t>
            </a:r>
            <a:r>
              <a:rPr lang="en-US" sz="2000" dirty="0" err="1"/>
              <a:t>på</a:t>
            </a:r>
            <a:r>
              <a:rPr lang="en-US" sz="2000" dirty="0"/>
              <a:t> </a:t>
            </a:r>
            <a:r>
              <a:rPr lang="en-US" sz="2000" dirty="0" err="1"/>
              <a:t>podcasten</a:t>
            </a:r>
            <a:r>
              <a:rPr lang="en-US" sz="2000" dirty="0"/>
              <a:t>. </a:t>
            </a:r>
            <a:r>
              <a:rPr lang="en-US" sz="2000" dirty="0" err="1"/>
              <a:t>Plasser</a:t>
            </a:r>
            <a:r>
              <a:rPr lang="en-US" sz="2000" dirty="0"/>
              <a:t> </a:t>
            </a:r>
            <a:r>
              <a:rPr lang="en-US" sz="2000" dirty="0" err="1"/>
              <a:t>musikk</a:t>
            </a:r>
            <a:r>
              <a:rPr lang="en-US" sz="2000" dirty="0"/>
              <a:t> </a:t>
            </a:r>
            <a:r>
              <a:rPr lang="en-US" sz="2000" dirty="0" err="1"/>
              <a:t>og</a:t>
            </a:r>
            <a:r>
              <a:rPr lang="en-US" sz="2000" dirty="0"/>
              <a:t> </a:t>
            </a:r>
            <a:r>
              <a:rPr lang="en-US" sz="2000" dirty="0" err="1"/>
              <a:t>andre</a:t>
            </a:r>
            <a:r>
              <a:rPr lang="en-US" sz="2000" dirty="0"/>
              <a:t> </a:t>
            </a:r>
            <a:r>
              <a:rPr lang="en-US" sz="2000" dirty="0" err="1"/>
              <a:t>lydspor</a:t>
            </a:r>
            <a:r>
              <a:rPr lang="en-US" sz="2000" dirty="0"/>
              <a:t> der det </a:t>
            </a:r>
            <a:r>
              <a:rPr lang="en-US" sz="2000" dirty="0" err="1"/>
              <a:t>skal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Balanser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all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dialogen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slik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at det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oppleves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som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samme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lydvolum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. Bruk compressor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på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hvert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av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sporene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for å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jevne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det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enda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bedre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ut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(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avansert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Juster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lydnivået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til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musikk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og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andre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lyder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slik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forhold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til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dialogen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Bruk EQ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og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støyreduksjon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for å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forbedre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lydvaliteten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(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avansert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Fjern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stillhet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støy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og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annet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småpirk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24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362A6-0876-355D-1870-9E004A4B4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Navigasjon snarveier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66C46-D874-C481-D698-7077FAE58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1725"/>
            <a:ext cx="10515600" cy="3330575"/>
          </a:xfrm>
        </p:spPr>
        <p:txBody>
          <a:bodyPr/>
          <a:lstStyle/>
          <a:p>
            <a:pPr marL="0" indent="0">
              <a:buNone/>
            </a:pPr>
            <a:r>
              <a:rPr lang="nb-NO" dirty="0"/>
              <a:t>Bla horisontalt: </a:t>
            </a:r>
            <a:r>
              <a:rPr lang="nb-NO" dirty="0" err="1"/>
              <a:t>scroll</a:t>
            </a:r>
            <a:endParaRPr lang="nb-NO" dirty="0"/>
          </a:p>
          <a:p>
            <a:pPr marL="0" indent="0">
              <a:buNone/>
            </a:pPr>
            <a:r>
              <a:rPr lang="nb-NO" dirty="0"/>
              <a:t>Bla vertikalt: </a:t>
            </a:r>
            <a:r>
              <a:rPr lang="nb-NO" dirty="0" err="1"/>
              <a:t>Shift</a:t>
            </a:r>
            <a:r>
              <a:rPr lang="nb-NO" dirty="0"/>
              <a:t> + </a:t>
            </a:r>
            <a:r>
              <a:rPr lang="nb-NO" dirty="0" err="1"/>
              <a:t>sroll</a:t>
            </a:r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Zoom horisontalt: </a:t>
            </a:r>
            <a:r>
              <a:rPr lang="nb-NO" dirty="0" err="1"/>
              <a:t>ctrl</a:t>
            </a:r>
            <a:r>
              <a:rPr lang="nb-NO" dirty="0"/>
              <a:t>/</a:t>
            </a:r>
            <a:r>
              <a:rPr lang="nb-NO" dirty="0" err="1"/>
              <a:t>cmd</a:t>
            </a:r>
            <a:r>
              <a:rPr lang="nb-NO" dirty="0"/>
              <a:t> + </a:t>
            </a:r>
            <a:r>
              <a:rPr lang="nb-NO" dirty="0" err="1"/>
              <a:t>scroll</a:t>
            </a:r>
            <a:endParaRPr lang="nb-NO" dirty="0"/>
          </a:p>
          <a:p>
            <a:pPr marL="0" indent="0">
              <a:buNone/>
            </a:pPr>
            <a:r>
              <a:rPr lang="nb-NO" dirty="0"/>
              <a:t>Zoom vertikalt: alt/</a:t>
            </a:r>
            <a:r>
              <a:rPr lang="nb-NO" dirty="0" err="1"/>
              <a:t>option</a:t>
            </a:r>
            <a:r>
              <a:rPr lang="nb-NO" dirty="0"/>
              <a:t> + </a:t>
            </a:r>
            <a:r>
              <a:rPr lang="nb-NO" dirty="0" err="1"/>
              <a:t>scroll</a:t>
            </a:r>
            <a:endParaRPr lang="nb-NO" dirty="0"/>
          </a:p>
          <a:p>
            <a:pPr marL="0" indent="0">
              <a:buNone/>
            </a:pPr>
            <a:endParaRPr lang="nb-N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89B3E-5DBC-0794-AE3C-0C9696516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248" y="808037"/>
            <a:ext cx="3305636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94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2B05A-02A1-BE4F-D5C2-8FE772589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Lydklipp vs. Lydspor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E160DB-2E17-1F26-E410-29E0905F9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Et lydspor kan ha flere lydklipp i seg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Ulike lydklipp med samme lydkilde (samme person med samme mikrofon, like lydeffekter), befinner seg i samme spor slik at de kan behandles likt</a:t>
            </a:r>
          </a:p>
          <a:p>
            <a:pPr marL="0" indent="0">
              <a:buNone/>
            </a:pPr>
            <a:endParaRPr lang="nb-NO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538911-265C-DD86-6D06-A5B548738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75697"/>
            <a:ext cx="7606165" cy="150660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DE46C6-A28C-578B-0B3E-D793784E9FA3}"/>
              </a:ext>
            </a:extLst>
          </p:cNvPr>
          <p:cNvCxnSpPr>
            <a:cxnSpLocks/>
          </p:cNvCxnSpPr>
          <p:nvPr/>
        </p:nvCxnSpPr>
        <p:spPr>
          <a:xfrm>
            <a:off x="1879600" y="2298700"/>
            <a:ext cx="0" cy="376997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6EDD1FF-929A-07ED-820D-2ADEA4904015}"/>
              </a:ext>
            </a:extLst>
          </p:cNvPr>
          <p:cNvCxnSpPr>
            <a:cxnSpLocks/>
          </p:cNvCxnSpPr>
          <p:nvPr/>
        </p:nvCxnSpPr>
        <p:spPr>
          <a:xfrm>
            <a:off x="5384800" y="2298700"/>
            <a:ext cx="0" cy="376997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072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25A0-7292-1BD9-1C8D-990626BC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300" y="419152"/>
            <a:ext cx="4000500" cy="1325563"/>
          </a:xfrm>
        </p:spPr>
        <p:txBody>
          <a:bodyPr>
            <a:normAutofit fontScale="90000"/>
          </a:bodyPr>
          <a:lstStyle/>
          <a:p>
            <a:r>
              <a:rPr lang="nb-NO" sz="4000" dirty="0">
                <a:solidFill>
                  <a:schemeClr val="accent4"/>
                </a:solidFill>
              </a:rPr>
              <a:t>Redigere lydklipp med </a:t>
            </a:r>
            <a:r>
              <a:rPr lang="nb-NO" sz="4000" dirty="0" err="1">
                <a:solidFill>
                  <a:schemeClr val="accent4"/>
                </a:solidFill>
              </a:rPr>
              <a:t>MoveTool</a:t>
            </a:r>
            <a:r>
              <a:rPr lang="nb-NO" sz="4000" dirty="0">
                <a:solidFill>
                  <a:schemeClr val="accent4"/>
                </a:solidFill>
              </a:rPr>
              <a:t> (V)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4DC19-D032-2DDD-CD50-7C56F9759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062" y="2622353"/>
            <a:ext cx="2792534" cy="2792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5E9B85-F9AF-D952-54B7-F2254A3A7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12" y="297547"/>
            <a:ext cx="6502365" cy="11890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FCCDF80-308E-55A5-DC1D-5891B14A2515}"/>
              </a:ext>
            </a:extLst>
          </p:cNvPr>
          <p:cNvSpPr/>
          <p:nvPr/>
        </p:nvSpPr>
        <p:spPr>
          <a:xfrm>
            <a:off x="5105400" y="787400"/>
            <a:ext cx="1905000" cy="596900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D2A97C-45D3-F845-588A-D6111DE9BD37}"/>
              </a:ext>
            </a:extLst>
          </p:cNvPr>
          <p:cNvSpPr txBox="1">
            <a:spLocks/>
          </p:cNvSpPr>
          <p:nvPr/>
        </p:nvSpPr>
        <p:spPr>
          <a:xfrm>
            <a:off x="4310658" y="5914889"/>
            <a:ext cx="5420500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2400" dirty="0"/>
              <a:t>Plasser musen på enden av klippet, klikk, hold og dra for å «</a:t>
            </a:r>
            <a:r>
              <a:rPr lang="nb-NO" sz="2400" dirty="0" err="1"/>
              <a:t>croppe</a:t>
            </a:r>
            <a:r>
              <a:rPr lang="nb-NO" sz="2400" dirty="0"/>
              <a:t>» lengden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E8E505-CF34-8862-007C-8A3B6E644D0D}"/>
              </a:ext>
            </a:extLst>
          </p:cNvPr>
          <p:cNvCxnSpPr>
            <a:cxnSpLocks/>
          </p:cNvCxnSpPr>
          <p:nvPr/>
        </p:nvCxnSpPr>
        <p:spPr>
          <a:xfrm flipV="1">
            <a:off x="4683489" y="4409862"/>
            <a:ext cx="1041706" cy="1274952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5900C30-B0AC-A448-F7D3-1BF9B0E51D77}"/>
              </a:ext>
            </a:extLst>
          </p:cNvPr>
          <p:cNvCxnSpPr>
            <a:cxnSpLocks/>
          </p:cNvCxnSpPr>
          <p:nvPr/>
        </p:nvCxnSpPr>
        <p:spPr>
          <a:xfrm flipH="1" flipV="1">
            <a:off x="7528595" y="4409862"/>
            <a:ext cx="1016154" cy="1274952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7C5E8A85-4D6D-D9B7-5BFD-B800C4333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9388" y="1895392"/>
            <a:ext cx="611211" cy="576284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CA5044D-BB5A-87A3-77C3-710A8343BEB6}"/>
              </a:ext>
            </a:extLst>
          </p:cNvPr>
          <p:cNvSpPr txBox="1">
            <a:spLocks/>
          </p:cNvSpPr>
          <p:nvPr/>
        </p:nvSpPr>
        <p:spPr>
          <a:xfrm>
            <a:off x="982784" y="2047801"/>
            <a:ext cx="3970215" cy="10517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2400" dirty="0"/>
              <a:t>Dra i den øverstes streken for å endre volumet på lydklippet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73A243-D15B-19D3-6DFB-A3875A130DF2}"/>
              </a:ext>
            </a:extLst>
          </p:cNvPr>
          <p:cNvCxnSpPr>
            <a:cxnSpLocks/>
          </p:cNvCxnSpPr>
          <p:nvPr/>
        </p:nvCxnSpPr>
        <p:spPr>
          <a:xfrm>
            <a:off x="4683489" y="2448138"/>
            <a:ext cx="1573182" cy="1514261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7F2D2006-08D9-BFF0-5508-ABBE572283D8}"/>
              </a:ext>
            </a:extLst>
          </p:cNvPr>
          <p:cNvSpPr txBox="1">
            <a:spLocks/>
          </p:cNvSpPr>
          <p:nvPr/>
        </p:nvSpPr>
        <p:spPr>
          <a:xfrm>
            <a:off x="8886161" y="3277610"/>
            <a:ext cx="2974472" cy="10517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2400" dirty="0"/>
              <a:t>Klikk og dra rundt for å flytte på lydklippet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E3CEF4F-0C49-7BDB-C24F-DBC0B5827F4B}"/>
              </a:ext>
            </a:extLst>
          </p:cNvPr>
          <p:cNvCxnSpPr>
            <a:cxnSpLocks/>
          </p:cNvCxnSpPr>
          <p:nvPr/>
        </p:nvCxnSpPr>
        <p:spPr>
          <a:xfrm flipH="1">
            <a:off x="6967870" y="3693977"/>
            <a:ext cx="177992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F8736B34-26DD-8533-887B-A0EF874E2086}"/>
              </a:ext>
            </a:extLst>
          </p:cNvPr>
          <p:cNvSpPr txBox="1">
            <a:spLocks/>
          </p:cNvSpPr>
          <p:nvPr/>
        </p:nvSpPr>
        <p:spPr>
          <a:xfrm>
            <a:off x="982784" y="3281511"/>
            <a:ext cx="3970215" cy="10517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2400" dirty="0"/>
              <a:t>Dra i den nederste streken for å endre volumet på lydklippet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BD8C852-CA3A-71E8-D70C-93B133161B23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4952999" y="3807386"/>
            <a:ext cx="1022060" cy="329228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872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CF66A-1A05-5970-BB45-135E89C3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>
                <a:solidFill>
                  <a:schemeClr val="accent4"/>
                </a:solidFill>
              </a:rPr>
              <a:t>Razor</a:t>
            </a:r>
            <a:r>
              <a:rPr lang="nb-NO" dirty="0">
                <a:solidFill>
                  <a:schemeClr val="accent4"/>
                </a:solidFill>
              </a:rPr>
              <a:t> </a:t>
            </a:r>
            <a:r>
              <a:rPr lang="nb-NO" dirty="0" err="1">
                <a:solidFill>
                  <a:schemeClr val="accent4"/>
                </a:solidFill>
              </a:rPr>
              <a:t>Tool</a:t>
            </a:r>
            <a:endParaRPr lang="nb-NO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A9172-D3F7-3E36-AAF6-D57BDBF87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Bruk </a:t>
            </a:r>
            <a:r>
              <a:rPr lang="nb-NO" dirty="0" err="1"/>
              <a:t>Razor</a:t>
            </a:r>
            <a:r>
              <a:rPr lang="nb-NO" dirty="0"/>
              <a:t> </a:t>
            </a:r>
            <a:r>
              <a:rPr lang="nb-NO" dirty="0" err="1"/>
              <a:t>Tool</a:t>
            </a:r>
            <a:r>
              <a:rPr lang="nb-NO" dirty="0"/>
              <a:t> (R) for å kutte i lydklippet</a:t>
            </a:r>
          </a:p>
          <a:p>
            <a:pPr marL="0" indent="0">
              <a:buNone/>
            </a:pPr>
            <a:r>
              <a:rPr lang="nb-NO" dirty="0"/>
              <a:t>	Trykk R en gang for kutte ett lydklipp av gangen</a:t>
            </a:r>
          </a:p>
          <a:p>
            <a:pPr marL="0" indent="0">
              <a:buNone/>
            </a:pPr>
            <a:r>
              <a:rPr lang="nb-NO" dirty="0"/>
              <a:t>	Trykk R igjen for å kunne klippe alle spor samtidig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Husk å gå tilbake til </a:t>
            </a:r>
            <a:r>
              <a:rPr lang="nb-NO" dirty="0" err="1"/>
              <a:t>MoveTool</a:t>
            </a:r>
            <a:r>
              <a:rPr lang="nb-NO" dirty="0"/>
              <a:t> (V) for å flytte på ting igjen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DEAED-281A-F00E-44E2-C698012E4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568" y="2371268"/>
            <a:ext cx="519132" cy="537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2977AB-4D74-3840-3B55-935019F45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568" y="2972793"/>
            <a:ext cx="519132" cy="45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47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9A8E5-EFA0-3E2F-1B23-FD8CBB46F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2C96-D290-2EDB-B601-4045D5F3F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Prosjektgang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D2AA7-7E5C-93F9-FF11-C4E558C36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4"/>
                </a:solidFill>
              </a:rPr>
              <a:t>Importer </a:t>
            </a:r>
            <a:r>
              <a:rPr lang="en-US" sz="2000" dirty="0" err="1">
                <a:solidFill>
                  <a:schemeClr val="accent4"/>
                </a:solidFill>
              </a:rPr>
              <a:t>lydklippene</a:t>
            </a:r>
            <a:r>
              <a:rPr lang="en-US" sz="2000" dirty="0">
                <a:solidFill>
                  <a:schemeClr val="accent4"/>
                </a:solidFill>
              </a:rPr>
              <a:t> du </a:t>
            </a:r>
            <a:r>
              <a:rPr lang="en-US" sz="2000" dirty="0" err="1">
                <a:solidFill>
                  <a:schemeClr val="accent4"/>
                </a:solidFill>
              </a:rPr>
              <a:t>skal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bruke</a:t>
            </a:r>
            <a:r>
              <a:rPr lang="en-US" sz="2000" dirty="0">
                <a:solidFill>
                  <a:schemeClr val="accent4"/>
                </a:solidFill>
              </a:rPr>
              <a:t>, </a:t>
            </a:r>
            <a:r>
              <a:rPr lang="en-US" sz="2000" dirty="0" err="1">
                <a:solidFill>
                  <a:schemeClr val="accent4"/>
                </a:solidFill>
              </a:rPr>
              <a:t>og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fordel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hver</a:t>
            </a:r>
            <a:r>
              <a:rPr lang="en-US" sz="2000" dirty="0">
                <a:solidFill>
                  <a:schemeClr val="accent4"/>
                </a:solidFill>
              </a:rPr>
              <a:t> av dem </a:t>
            </a:r>
            <a:r>
              <a:rPr lang="en-US" sz="2000" dirty="0" err="1">
                <a:solidFill>
                  <a:schemeClr val="accent4"/>
                </a:solidFill>
              </a:rPr>
              <a:t>på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ulike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spor</a:t>
            </a:r>
            <a:r>
              <a:rPr lang="en-US" sz="2000" dirty="0">
                <a:solidFill>
                  <a:schemeClr val="accent4"/>
                </a:solidFill>
              </a:rPr>
              <a:t>. </a:t>
            </a:r>
            <a:r>
              <a:rPr lang="en-US" sz="2000" dirty="0" err="1">
                <a:solidFill>
                  <a:schemeClr val="accent4"/>
                </a:solidFill>
              </a:rPr>
              <a:t>Gjør</a:t>
            </a:r>
            <a:r>
              <a:rPr lang="en-US" sz="2000" dirty="0">
                <a:solidFill>
                  <a:schemeClr val="accent4"/>
                </a:solidFill>
              </a:rPr>
              <a:t> stereo dialog </a:t>
            </a:r>
            <a:r>
              <a:rPr lang="en-US" sz="2000" dirty="0" err="1">
                <a:solidFill>
                  <a:schemeClr val="accent4"/>
                </a:solidFill>
              </a:rPr>
              <a:t>til</a:t>
            </a:r>
            <a:r>
              <a:rPr lang="en-US" sz="2000" dirty="0">
                <a:solidFill>
                  <a:schemeClr val="accent4"/>
                </a:solidFill>
              </a:rPr>
              <a:t> mono </a:t>
            </a:r>
            <a:r>
              <a:rPr lang="en-US" sz="2000" dirty="0" err="1">
                <a:solidFill>
                  <a:schemeClr val="accent4"/>
                </a:solidFill>
              </a:rPr>
              <a:t>hvis</a:t>
            </a:r>
            <a:r>
              <a:rPr lang="en-US" sz="2000" dirty="0">
                <a:solidFill>
                  <a:schemeClr val="accent4"/>
                </a:solidFill>
              </a:rPr>
              <a:t> det </a:t>
            </a:r>
            <a:r>
              <a:rPr lang="en-US" sz="2000" dirty="0" err="1">
                <a:solidFill>
                  <a:schemeClr val="accent4"/>
                </a:solidFill>
              </a:rPr>
              <a:t>trengs</a:t>
            </a:r>
            <a:r>
              <a:rPr lang="en-US" sz="2000" dirty="0">
                <a:solidFill>
                  <a:schemeClr val="accent4"/>
                </a:solidFill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4"/>
                </a:solidFill>
              </a:rPr>
              <a:t>Klipp </a:t>
            </a:r>
            <a:r>
              <a:rPr lang="en-US" sz="2000" dirty="0" err="1">
                <a:solidFill>
                  <a:schemeClr val="accent4"/>
                </a:solidFill>
              </a:rPr>
              <a:t>sammen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rekkefølgen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og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varigheten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på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podcasten</a:t>
            </a:r>
            <a:r>
              <a:rPr lang="en-US" sz="2000" dirty="0">
                <a:solidFill>
                  <a:schemeClr val="accent4"/>
                </a:solidFill>
              </a:rPr>
              <a:t>. </a:t>
            </a:r>
            <a:r>
              <a:rPr lang="en-US" sz="2000" dirty="0" err="1">
                <a:solidFill>
                  <a:schemeClr val="accent4"/>
                </a:solidFill>
              </a:rPr>
              <a:t>Plasser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musikk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og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andre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lydspor</a:t>
            </a:r>
            <a:r>
              <a:rPr lang="en-US" sz="2000" dirty="0">
                <a:solidFill>
                  <a:schemeClr val="accent4"/>
                </a:solidFill>
              </a:rPr>
              <a:t> der det </a:t>
            </a:r>
            <a:r>
              <a:rPr lang="en-US" sz="2000" dirty="0" err="1">
                <a:solidFill>
                  <a:schemeClr val="accent4"/>
                </a:solidFill>
              </a:rPr>
              <a:t>skal</a:t>
            </a:r>
            <a:endParaRPr lang="en-US" sz="2000" dirty="0">
              <a:solidFill>
                <a:schemeClr val="accent4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/>
              <a:t>Balanser</a:t>
            </a:r>
            <a:r>
              <a:rPr lang="en-US" sz="2000" dirty="0"/>
              <a:t> all </a:t>
            </a:r>
            <a:r>
              <a:rPr lang="en-US" sz="2000" dirty="0" err="1"/>
              <a:t>dialogen</a:t>
            </a:r>
            <a:r>
              <a:rPr lang="en-US" sz="2000" dirty="0"/>
              <a:t> </a:t>
            </a:r>
            <a:r>
              <a:rPr lang="en-US" sz="2000" dirty="0" err="1"/>
              <a:t>slik</a:t>
            </a:r>
            <a:r>
              <a:rPr lang="en-US" sz="2000" dirty="0"/>
              <a:t> at det </a:t>
            </a:r>
            <a:r>
              <a:rPr lang="en-US" sz="2000" dirty="0" err="1"/>
              <a:t>oppleves</a:t>
            </a:r>
            <a:r>
              <a:rPr lang="en-US" sz="2000" dirty="0"/>
              <a:t> </a:t>
            </a:r>
            <a:r>
              <a:rPr lang="en-US" sz="2000" dirty="0" err="1"/>
              <a:t>som</a:t>
            </a:r>
            <a:r>
              <a:rPr lang="en-US" sz="2000" dirty="0"/>
              <a:t> </a:t>
            </a:r>
            <a:r>
              <a:rPr lang="en-US" sz="2000" dirty="0" err="1"/>
              <a:t>samme</a:t>
            </a:r>
            <a:r>
              <a:rPr lang="en-US" sz="2000" dirty="0"/>
              <a:t> </a:t>
            </a:r>
            <a:r>
              <a:rPr lang="en-US" sz="2000" dirty="0" err="1"/>
              <a:t>lydvolum</a:t>
            </a:r>
            <a:r>
              <a:rPr lang="en-US" sz="2000" dirty="0"/>
              <a:t>. Bruk compressor </a:t>
            </a:r>
            <a:r>
              <a:rPr lang="en-US" sz="2000" dirty="0" err="1"/>
              <a:t>på</a:t>
            </a:r>
            <a:r>
              <a:rPr lang="en-US" sz="2000" dirty="0"/>
              <a:t> </a:t>
            </a:r>
            <a:r>
              <a:rPr lang="en-US" sz="2000" dirty="0" err="1"/>
              <a:t>hvert</a:t>
            </a:r>
            <a:r>
              <a:rPr lang="en-US" sz="2000" dirty="0"/>
              <a:t> av </a:t>
            </a:r>
            <a:r>
              <a:rPr lang="en-US" sz="2000" dirty="0" err="1"/>
              <a:t>sporene</a:t>
            </a:r>
            <a:r>
              <a:rPr lang="en-US" sz="2000" dirty="0"/>
              <a:t> for å </a:t>
            </a:r>
            <a:r>
              <a:rPr lang="en-US" sz="2000" dirty="0" err="1"/>
              <a:t>jevne</a:t>
            </a:r>
            <a:r>
              <a:rPr lang="en-US" sz="2000" dirty="0"/>
              <a:t> det </a:t>
            </a:r>
            <a:r>
              <a:rPr lang="en-US" sz="2000" dirty="0" err="1"/>
              <a:t>enda</a:t>
            </a:r>
            <a:r>
              <a:rPr lang="en-US" sz="2000" dirty="0"/>
              <a:t> </a:t>
            </a:r>
            <a:r>
              <a:rPr lang="en-US" sz="2000" dirty="0" err="1"/>
              <a:t>bedre</a:t>
            </a:r>
            <a:r>
              <a:rPr lang="en-US" sz="2000" dirty="0"/>
              <a:t> </a:t>
            </a:r>
            <a:r>
              <a:rPr lang="en-US" sz="2000" dirty="0" err="1"/>
              <a:t>ut</a:t>
            </a:r>
            <a:r>
              <a:rPr lang="en-US" sz="2000" dirty="0"/>
              <a:t> (</a:t>
            </a:r>
            <a:r>
              <a:rPr lang="en-US" sz="2000" dirty="0" err="1"/>
              <a:t>avansert</a:t>
            </a:r>
            <a:r>
              <a:rPr lang="en-US" sz="2000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Juster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lydnivået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til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musikk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og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andre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lyder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slik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forhold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til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dialogen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Bruk EQ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og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støyreduksjon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for å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forbedre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lydvaliteten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(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avansert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Fjern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stillhet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støy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og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annet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småpirk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08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1796E-C572-6856-D2E6-5DAF4747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60600" cy="1325563"/>
          </a:xfrm>
        </p:spPr>
        <p:txBody>
          <a:bodyPr/>
          <a:lstStyle/>
          <a:p>
            <a:r>
              <a:rPr lang="nb-NO" dirty="0">
                <a:solidFill>
                  <a:schemeClr val="accent4"/>
                </a:solidFill>
              </a:rPr>
              <a:t>Lydspor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C09A9-4D4A-8B58-A4C7-1A891B3E8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3976" y="4299517"/>
            <a:ext cx="1638300" cy="612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2400" dirty="0"/>
              <a:t>Volum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A478F-C935-12F3-C1A7-1C86077954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794"/>
          <a:stretch>
            <a:fillRect/>
          </a:stretch>
        </p:blipFill>
        <p:spPr>
          <a:xfrm>
            <a:off x="4067888" y="3171825"/>
            <a:ext cx="4263312" cy="150717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051C84-7ABA-FD06-9FFD-49B3D54A247A}"/>
              </a:ext>
            </a:extLst>
          </p:cNvPr>
          <p:cNvCxnSpPr>
            <a:cxnSpLocks/>
          </p:cNvCxnSpPr>
          <p:nvPr/>
        </p:nvCxnSpPr>
        <p:spPr>
          <a:xfrm flipV="1">
            <a:off x="3696511" y="3834954"/>
            <a:ext cx="1020483" cy="600859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73CFE6-A2CD-0064-755A-31FAF99FADAB}"/>
              </a:ext>
            </a:extLst>
          </p:cNvPr>
          <p:cNvSpPr txBox="1">
            <a:spLocks/>
          </p:cNvSpPr>
          <p:nvPr/>
        </p:nvSpPr>
        <p:spPr>
          <a:xfrm>
            <a:off x="2285709" y="3008173"/>
            <a:ext cx="1638300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2400" dirty="0"/>
              <a:t>Navn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968E02-3ADD-9DF3-692E-E65AB4C50980}"/>
              </a:ext>
            </a:extLst>
          </p:cNvPr>
          <p:cNvCxnSpPr>
            <a:cxnSpLocks/>
          </p:cNvCxnSpPr>
          <p:nvPr/>
        </p:nvCxnSpPr>
        <p:spPr>
          <a:xfrm>
            <a:off x="3341902" y="3332374"/>
            <a:ext cx="1347791" cy="74568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0A89180-9A74-D15A-6155-61C9D5FD709B}"/>
              </a:ext>
            </a:extLst>
          </p:cNvPr>
          <p:cNvSpPr txBox="1">
            <a:spLocks/>
          </p:cNvSpPr>
          <p:nvPr/>
        </p:nvSpPr>
        <p:spPr>
          <a:xfrm>
            <a:off x="3104859" y="2134688"/>
            <a:ext cx="1638300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2400" dirty="0"/>
              <a:t>Panorering </a:t>
            </a:r>
            <a:r>
              <a:rPr lang="nb-NO" sz="2400" dirty="0" err="1"/>
              <a:t>Left</a:t>
            </a:r>
            <a:r>
              <a:rPr lang="nb-NO" sz="2400" dirty="0"/>
              <a:t>/Right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1634CD-C7BF-0E4A-6D5E-68C6826D21CC}"/>
              </a:ext>
            </a:extLst>
          </p:cNvPr>
          <p:cNvCxnSpPr>
            <a:cxnSpLocks/>
          </p:cNvCxnSpPr>
          <p:nvPr/>
        </p:nvCxnSpPr>
        <p:spPr>
          <a:xfrm>
            <a:off x="4612500" y="2676096"/>
            <a:ext cx="1329356" cy="953625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072A2B2-6853-30F0-4C28-027560919500}"/>
              </a:ext>
            </a:extLst>
          </p:cNvPr>
          <p:cNvSpPr txBox="1">
            <a:spLocks/>
          </p:cNvSpPr>
          <p:nvPr/>
        </p:nvSpPr>
        <p:spPr>
          <a:xfrm>
            <a:off x="4612500" y="1325463"/>
            <a:ext cx="2489235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2400" dirty="0"/>
              <a:t>Mute: </a:t>
            </a:r>
            <a:br>
              <a:rPr lang="nb-NO" sz="2400" dirty="0"/>
            </a:br>
            <a:r>
              <a:rPr lang="nb-NO" sz="2400" dirty="0"/>
              <a:t>deaktiver lytting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E78CEC-F843-4E73-E481-6333F1739ED6}"/>
              </a:ext>
            </a:extLst>
          </p:cNvPr>
          <p:cNvCxnSpPr>
            <a:cxnSpLocks/>
          </p:cNvCxnSpPr>
          <p:nvPr/>
        </p:nvCxnSpPr>
        <p:spPr>
          <a:xfrm>
            <a:off x="5718863" y="2134688"/>
            <a:ext cx="643000" cy="1233049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9586F77-6D57-EBA5-70BC-7E9EF5B6739B}"/>
              </a:ext>
            </a:extLst>
          </p:cNvPr>
          <p:cNvSpPr txBox="1">
            <a:spLocks/>
          </p:cNvSpPr>
          <p:nvPr/>
        </p:nvSpPr>
        <p:spPr>
          <a:xfrm>
            <a:off x="8647314" y="2155245"/>
            <a:ext cx="1638300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2400" dirty="0"/>
              <a:t>Record: spill inn lyd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8A601C-B0E9-36D0-73C0-3D30BCE5C992}"/>
              </a:ext>
            </a:extLst>
          </p:cNvPr>
          <p:cNvCxnSpPr>
            <a:cxnSpLocks/>
          </p:cNvCxnSpPr>
          <p:nvPr/>
        </p:nvCxnSpPr>
        <p:spPr>
          <a:xfrm flipH="1">
            <a:off x="7087375" y="2676096"/>
            <a:ext cx="1459213" cy="638464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5DF182AA-8ECC-8CF8-E0AB-8AC057C83DA3}"/>
              </a:ext>
            </a:extLst>
          </p:cNvPr>
          <p:cNvSpPr txBox="1">
            <a:spLocks/>
          </p:cNvSpPr>
          <p:nvPr/>
        </p:nvSpPr>
        <p:spPr>
          <a:xfrm>
            <a:off x="7368968" y="1181106"/>
            <a:ext cx="1638300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2400" dirty="0"/>
              <a:t>Solo: </a:t>
            </a:r>
            <a:br>
              <a:rPr lang="nb-NO" sz="2400" dirty="0"/>
            </a:br>
            <a:r>
              <a:rPr lang="nb-NO" sz="2400" dirty="0"/>
              <a:t>Lytt isolert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A1B1321-6D13-B1BF-AC54-A29F1424F902}"/>
              </a:ext>
            </a:extLst>
          </p:cNvPr>
          <p:cNvCxnSpPr>
            <a:cxnSpLocks/>
          </p:cNvCxnSpPr>
          <p:nvPr/>
        </p:nvCxnSpPr>
        <p:spPr>
          <a:xfrm flipH="1">
            <a:off x="6781870" y="1953369"/>
            <a:ext cx="1035111" cy="1386808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F5DC06C-5CD0-9EBA-1990-C05ECC956040}"/>
              </a:ext>
            </a:extLst>
          </p:cNvPr>
          <p:cNvSpPr txBox="1">
            <a:spLocks/>
          </p:cNvSpPr>
          <p:nvPr/>
        </p:nvSpPr>
        <p:spPr>
          <a:xfrm>
            <a:off x="8775435" y="4249510"/>
            <a:ext cx="2635185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2400" dirty="0"/>
              <a:t>Lydmåling: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2400" dirty="0"/>
              <a:t>Grønn – Trygg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2400" dirty="0"/>
              <a:t>Gul – Pass på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2400" dirty="0"/>
              <a:t>Rød - Forvrengning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b-NO" sz="24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3A15DDB-BBAF-100A-0314-AFCBCF078CF3}"/>
              </a:ext>
            </a:extLst>
          </p:cNvPr>
          <p:cNvCxnSpPr>
            <a:cxnSpLocks/>
          </p:cNvCxnSpPr>
          <p:nvPr/>
        </p:nvCxnSpPr>
        <p:spPr>
          <a:xfrm flipH="1">
            <a:off x="7467600" y="4435813"/>
            <a:ext cx="1179714" cy="0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38293C67-67F9-3FC0-414F-151A99E3FF65}"/>
              </a:ext>
            </a:extLst>
          </p:cNvPr>
          <p:cNvSpPr txBox="1">
            <a:spLocks/>
          </p:cNvSpPr>
          <p:nvPr/>
        </p:nvSpPr>
        <p:spPr>
          <a:xfrm>
            <a:off x="9105900" y="3400591"/>
            <a:ext cx="1638300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2400" dirty="0"/>
              <a:t>Lydklipp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0A5867B-D81B-8DDA-3CEA-4DFB4F5BE87E}"/>
              </a:ext>
            </a:extLst>
          </p:cNvPr>
          <p:cNvCxnSpPr>
            <a:cxnSpLocks/>
          </p:cNvCxnSpPr>
          <p:nvPr/>
        </p:nvCxnSpPr>
        <p:spPr>
          <a:xfrm flipH="1">
            <a:off x="8188728" y="3629721"/>
            <a:ext cx="917172" cy="0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53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ABDEAA-B248-4182-B67C-A925338E7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008" y="252743"/>
            <a:ext cx="4739619" cy="304261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CA543D-48CA-C583-2E5F-A6F1DC455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231" y="859966"/>
            <a:ext cx="2659770" cy="1894369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49" y="3548095"/>
            <a:ext cx="4739619" cy="304261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774016-ED5C-03CB-EAE2-1F109C207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51" y="4502060"/>
            <a:ext cx="4281815" cy="1134680"/>
          </a:xfrm>
          <a:prstGeom prst="rect">
            <a:avLst/>
          </a:prstGeom>
        </p:spPr>
      </p:pic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B94B5BD-387D-4E33-A29F-3CDCF165E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nb-NO" sz="1800" dirty="0">
                <a:ea typeface="+mn-lt"/>
                <a:cs typeface="+mn-lt"/>
              </a:rPr>
              <a:t>Aldri la lyden «klippe», gå helt opp i null til det blir rødt</a:t>
            </a:r>
          </a:p>
          <a:p>
            <a:pPr marL="0" indent="0">
              <a:buNone/>
            </a:pPr>
            <a:endParaRPr lang="nb-NO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nb-NO" sz="1800" dirty="0">
                <a:ea typeface="+mn-lt"/>
                <a:cs typeface="+mn-lt"/>
              </a:rPr>
              <a:t>Lydprosessoren har ikke mer å gå på, og vil forvrenges</a:t>
            </a:r>
          </a:p>
          <a:p>
            <a:pPr marL="0" indent="0">
              <a:buNone/>
            </a:pPr>
            <a:endParaRPr lang="nb-NO" sz="1800" dirty="0">
              <a:ea typeface="+mn-lt"/>
              <a:cs typeface="+mn-lt"/>
            </a:endParaRPr>
          </a:p>
          <a:p>
            <a:pPr marL="0" indent="0">
              <a:buNone/>
            </a:pPr>
            <a:br>
              <a:rPr lang="nb-NO" sz="1800" dirty="0">
                <a:ea typeface="+mn-lt"/>
                <a:cs typeface="+mn-lt"/>
              </a:rPr>
            </a:br>
            <a:endParaRPr lang="nb-NO" sz="1800" dirty="0">
              <a:ea typeface="+mn-lt"/>
              <a:cs typeface="+mn-lt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899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E3B7-0631-8B41-AF1B-C6630B085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Hovedregel for stemmer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97DA2-B847-EC1F-7033-F378FE616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90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2400" dirty="0"/>
              <a:t>Selv fra ulike vinkler, skal vanlige menneskestemmer alltid ligge i midten (mono) i panorering </a:t>
            </a:r>
          </a:p>
        </p:txBody>
      </p:sp>
      <p:pic>
        <p:nvPicPr>
          <p:cNvPr id="2050" name="Picture 2" descr="This Is Purdue” Podcast - The Persistent Pursuit">
            <a:extLst>
              <a:ext uri="{FF2B5EF4-FFF2-40B4-BE49-F238E27FC236}">
                <a16:creationId xmlns:a16="http://schemas.microsoft.com/office/drawing/2014/main" id="{89B50119-62A2-3BE7-1BC0-AA560F213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74" y="2982912"/>
            <a:ext cx="6682328" cy="350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4" descr="A person and person with speakers&#10;&#10;AI-generated content may be incorrect.">
            <a:extLst>
              <a:ext uri="{FF2B5EF4-FFF2-40B4-BE49-F238E27FC236}">
                <a16:creationId xmlns:a16="http://schemas.microsoft.com/office/drawing/2014/main" id="{17DCA2D1-383A-F8CF-0769-D612E3CF23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89"/>
          <a:stretch/>
        </p:blipFill>
        <p:spPr>
          <a:xfrm>
            <a:off x="8057288" y="3928913"/>
            <a:ext cx="1568406" cy="2248050"/>
          </a:xfrm>
          <a:prstGeom prst="rect">
            <a:avLst/>
          </a:prstGeom>
        </p:spPr>
      </p:pic>
      <p:pic>
        <p:nvPicPr>
          <p:cNvPr id="5" name="Content Placeholder 4" descr="A person and person with speakers&#10;&#10;AI-generated content may be incorrect.">
            <a:extLst>
              <a:ext uri="{FF2B5EF4-FFF2-40B4-BE49-F238E27FC236}">
                <a16:creationId xmlns:a16="http://schemas.microsoft.com/office/drawing/2014/main" id="{73BA320A-F6EE-5CF2-CC59-0718BF55E9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21"/>
          <a:stretch/>
        </p:blipFill>
        <p:spPr>
          <a:xfrm>
            <a:off x="10062780" y="3928913"/>
            <a:ext cx="1512166" cy="2248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119D65-98C3-897B-7C64-D242CB9064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922" y="3304206"/>
            <a:ext cx="1011138" cy="4897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B415A4-C87A-9618-0D38-36EA22542A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1227" y="3304206"/>
            <a:ext cx="1224423" cy="4897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F56424-9407-BE00-633F-E86E28EFEF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9377" y="2684202"/>
            <a:ext cx="1248124" cy="48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7474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e 1">
            <a:extLst>
              <a:ext uri="{FF2B5EF4-FFF2-40B4-BE49-F238E27FC236}">
                <a16:creationId xmlns:a16="http://schemas.microsoft.com/office/drawing/2014/main" id="{A35EC247-36BF-F65C-2142-7572621DA0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61" b="56006"/>
          <a:stretch/>
        </p:blipFill>
        <p:spPr>
          <a:xfrm>
            <a:off x="1105786" y="2591284"/>
            <a:ext cx="9194111" cy="4114799"/>
          </a:xfrm>
          <a:prstGeom prst="rect">
            <a:avLst/>
          </a:prstGeom>
        </p:spPr>
      </p:pic>
      <p:sp>
        <p:nvSpPr>
          <p:cNvPr id="3" name="Tittel 2">
            <a:extLst>
              <a:ext uri="{FF2B5EF4-FFF2-40B4-BE49-F238E27FC236}">
                <a16:creationId xmlns:a16="http://schemas.microsoft.com/office/drawing/2014/main" id="{63F52D3E-229B-3178-4558-DD5A9222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Velg hva som vises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D1481231-A214-FAE8-2BF2-B63DACA38EE2}"/>
              </a:ext>
            </a:extLst>
          </p:cNvPr>
          <p:cNvSpPr txBox="1"/>
          <p:nvPr/>
        </p:nvSpPr>
        <p:spPr>
          <a:xfrm>
            <a:off x="914399" y="1562986"/>
            <a:ext cx="10260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Velg Workspace øverst til høyre (via den doble pila i skjermbildet).</a:t>
            </a:r>
          </a:p>
          <a:p>
            <a:r>
              <a:rPr lang="nb-NO" dirty="0"/>
              <a:t>Og/eller gå inn via </a:t>
            </a:r>
            <a:r>
              <a:rPr lang="nb-NO" dirty="0" err="1"/>
              <a:t>Window</a:t>
            </a:r>
            <a:r>
              <a:rPr lang="nb-NO" dirty="0"/>
              <a:t> og velg enkelt vinduer (f.eks. Hvis du savner noe spesifikt.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38C5AED-ED0B-A8FF-2EF2-FAC42C841AD8}"/>
              </a:ext>
            </a:extLst>
          </p:cNvPr>
          <p:cNvSpPr/>
          <p:nvPr/>
        </p:nvSpPr>
        <p:spPr>
          <a:xfrm>
            <a:off x="7495954" y="2962810"/>
            <a:ext cx="1105786" cy="659330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FC6B149-CF67-74C6-E2EC-68E697C554E4}"/>
              </a:ext>
            </a:extLst>
          </p:cNvPr>
          <p:cNvSpPr/>
          <p:nvPr/>
        </p:nvSpPr>
        <p:spPr>
          <a:xfrm>
            <a:off x="914399" y="2325607"/>
            <a:ext cx="1105786" cy="65933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53977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CF09A-048F-7817-ACF8-EC70283E3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5531F-C315-AD6F-4870-B96DD654B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Prosjektgang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D78A4-5919-3CF4-2008-E1BB12E03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4"/>
                </a:solidFill>
              </a:rPr>
              <a:t>Importer </a:t>
            </a:r>
            <a:r>
              <a:rPr lang="en-US" sz="2000" dirty="0" err="1">
                <a:solidFill>
                  <a:schemeClr val="accent4"/>
                </a:solidFill>
              </a:rPr>
              <a:t>lydklippene</a:t>
            </a:r>
            <a:r>
              <a:rPr lang="en-US" sz="2000" dirty="0">
                <a:solidFill>
                  <a:schemeClr val="accent4"/>
                </a:solidFill>
              </a:rPr>
              <a:t> du </a:t>
            </a:r>
            <a:r>
              <a:rPr lang="en-US" sz="2000" dirty="0" err="1">
                <a:solidFill>
                  <a:schemeClr val="accent4"/>
                </a:solidFill>
              </a:rPr>
              <a:t>skal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bruke</a:t>
            </a:r>
            <a:r>
              <a:rPr lang="en-US" sz="2000" dirty="0">
                <a:solidFill>
                  <a:schemeClr val="accent4"/>
                </a:solidFill>
              </a:rPr>
              <a:t>, </a:t>
            </a:r>
            <a:r>
              <a:rPr lang="en-US" sz="2000" dirty="0" err="1">
                <a:solidFill>
                  <a:schemeClr val="accent4"/>
                </a:solidFill>
              </a:rPr>
              <a:t>og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fordel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hver</a:t>
            </a:r>
            <a:r>
              <a:rPr lang="en-US" sz="2000" dirty="0">
                <a:solidFill>
                  <a:schemeClr val="accent4"/>
                </a:solidFill>
              </a:rPr>
              <a:t> av dem </a:t>
            </a:r>
            <a:r>
              <a:rPr lang="en-US" sz="2000" dirty="0" err="1">
                <a:solidFill>
                  <a:schemeClr val="accent4"/>
                </a:solidFill>
              </a:rPr>
              <a:t>på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ulike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spor</a:t>
            </a:r>
            <a:r>
              <a:rPr lang="en-US" sz="2000" dirty="0">
                <a:solidFill>
                  <a:schemeClr val="accent4"/>
                </a:solidFill>
              </a:rPr>
              <a:t>. </a:t>
            </a:r>
            <a:r>
              <a:rPr lang="en-US" sz="2000" dirty="0" err="1">
                <a:solidFill>
                  <a:schemeClr val="accent4"/>
                </a:solidFill>
              </a:rPr>
              <a:t>Gjør</a:t>
            </a:r>
            <a:r>
              <a:rPr lang="en-US" sz="2000" dirty="0">
                <a:solidFill>
                  <a:schemeClr val="accent4"/>
                </a:solidFill>
              </a:rPr>
              <a:t> stereo dialog </a:t>
            </a:r>
            <a:r>
              <a:rPr lang="en-US" sz="2000" dirty="0" err="1">
                <a:solidFill>
                  <a:schemeClr val="accent4"/>
                </a:solidFill>
              </a:rPr>
              <a:t>til</a:t>
            </a:r>
            <a:r>
              <a:rPr lang="en-US" sz="2000" dirty="0">
                <a:solidFill>
                  <a:schemeClr val="accent4"/>
                </a:solidFill>
              </a:rPr>
              <a:t> mono </a:t>
            </a:r>
            <a:r>
              <a:rPr lang="en-US" sz="2000" dirty="0" err="1">
                <a:solidFill>
                  <a:schemeClr val="accent4"/>
                </a:solidFill>
              </a:rPr>
              <a:t>hvis</a:t>
            </a:r>
            <a:r>
              <a:rPr lang="en-US" sz="2000" dirty="0">
                <a:solidFill>
                  <a:schemeClr val="accent4"/>
                </a:solidFill>
              </a:rPr>
              <a:t> det </a:t>
            </a:r>
            <a:r>
              <a:rPr lang="en-US" sz="2000" dirty="0" err="1">
                <a:solidFill>
                  <a:schemeClr val="accent4"/>
                </a:solidFill>
              </a:rPr>
              <a:t>trengs</a:t>
            </a:r>
            <a:r>
              <a:rPr lang="en-US" sz="2000" dirty="0">
                <a:solidFill>
                  <a:schemeClr val="accent4"/>
                </a:solidFill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4"/>
                </a:solidFill>
              </a:rPr>
              <a:t>Klipp </a:t>
            </a:r>
            <a:r>
              <a:rPr lang="en-US" sz="2000" dirty="0" err="1">
                <a:solidFill>
                  <a:schemeClr val="accent4"/>
                </a:solidFill>
              </a:rPr>
              <a:t>sammen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rekkefølgen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og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varigheten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på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podcasten</a:t>
            </a:r>
            <a:r>
              <a:rPr lang="en-US" sz="2000" dirty="0">
                <a:solidFill>
                  <a:schemeClr val="accent4"/>
                </a:solidFill>
              </a:rPr>
              <a:t>. </a:t>
            </a:r>
            <a:r>
              <a:rPr lang="en-US" sz="2000" dirty="0" err="1">
                <a:solidFill>
                  <a:schemeClr val="accent4"/>
                </a:solidFill>
              </a:rPr>
              <a:t>Plasser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musikk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og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andre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lydspor</a:t>
            </a:r>
            <a:r>
              <a:rPr lang="en-US" sz="2000" dirty="0">
                <a:solidFill>
                  <a:schemeClr val="accent4"/>
                </a:solidFill>
              </a:rPr>
              <a:t> der det </a:t>
            </a:r>
            <a:r>
              <a:rPr lang="en-US" sz="2000" dirty="0" err="1">
                <a:solidFill>
                  <a:schemeClr val="accent4"/>
                </a:solidFill>
              </a:rPr>
              <a:t>skal</a:t>
            </a:r>
            <a:endParaRPr lang="en-US" sz="2000" dirty="0">
              <a:solidFill>
                <a:schemeClr val="accent4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>
                <a:solidFill>
                  <a:schemeClr val="accent4"/>
                </a:solidFill>
              </a:rPr>
              <a:t>Balanser</a:t>
            </a:r>
            <a:r>
              <a:rPr lang="en-US" sz="2000" dirty="0">
                <a:solidFill>
                  <a:schemeClr val="accent4"/>
                </a:solidFill>
              </a:rPr>
              <a:t> all </a:t>
            </a:r>
            <a:r>
              <a:rPr lang="en-US" sz="2000" dirty="0" err="1">
                <a:solidFill>
                  <a:schemeClr val="accent4"/>
                </a:solidFill>
              </a:rPr>
              <a:t>dialogen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slik</a:t>
            </a:r>
            <a:r>
              <a:rPr lang="en-US" sz="2000" dirty="0">
                <a:solidFill>
                  <a:schemeClr val="accent4"/>
                </a:solidFill>
              </a:rPr>
              <a:t> at det </a:t>
            </a:r>
            <a:r>
              <a:rPr lang="en-US" sz="2000" dirty="0" err="1">
                <a:solidFill>
                  <a:schemeClr val="accent4"/>
                </a:solidFill>
              </a:rPr>
              <a:t>oppleves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som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samme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lydvolum</a:t>
            </a:r>
            <a:r>
              <a:rPr lang="en-US" sz="2000" dirty="0">
                <a:solidFill>
                  <a:schemeClr val="accent4"/>
                </a:solidFill>
              </a:rPr>
              <a:t>. Bruk compressor </a:t>
            </a:r>
            <a:r>
              <a:rPr lang="en-US" sz="2000" dirty="0" err="1">
                <a:solidFill>
                  <a:schemeClr val="accent4"/>
                </a:solidFill>
              </a:rPr>
              <a:t>på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hvert</a:t>
            </a:r>
            <a:r>
              <a:rPr lang="en-US" sz="2000" dirty="0">
                <a:solidFill>
                  <a:schemeClr val="accent4"/>
                </a:solidFill>
              </a:rPr>
              <a:t> av </a:t>
            </a:r>
            <a:r>
              <a:rPr lang="en-US" sz="2000" dirty="0" err="1">
                <a:solidFill>
                  <a:schemeClr val="accent4"/>
                </a:solidFill>
              </a:rPr>
              <a:t>sporene</a:t>
            </a:r>
            <a:r>
              <a:rPr lang="en-US" sz="2000" dirty="0">
                <a:solidFill>
                  <a:schemeClr val="accent4"/>
                </a:solidFill>
              </a:rPr>
              <a:t> for å </a:t>
            </a:r>
            <a:r>
              <a:rPr lang="en-US" sz="2000" dirty="0" err="1">
                <a:solidFill>
                  <a:schemeClr val="accent4"/>
                </a:solidFill>
              </a:rPr>
              <a:t>jevne</a:t>
            </a:r>
            <a:r>
              <a:rPr lang="en-US" sz="2000" dirty="0">
                <a:solidFill>
                  <a:schemeClr val="accent4"/>
                </a:solidFill>
              </a:rPr>
              <a:t> det </a:t>
            </a:r>
            <a:r>
              <a:rPr lang="en-US" sz="2000" dirty="0" err="1">
                <a:solidFill>
                  <a:schemeClr val="accent4"/>
                </a:solidFill>
              </a:rPr>
              <a:t>enda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bedre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ut</a:t>
            </a:r>
            <a:r>
              <a:rPr lang="en-US" sz="2000" dirty="0">
                <a:solidFill>
                  <a:schemeClr val="accent4"/>
                </a:solidFill>
              </a:rPr>
              <a:t> (</a:t>
            </a:r>
            <a:r>
              <a:rPr lang="en-US" sz="2000" dirty="0" err="1">
                <a:solidFill>
                  <a:schemeClr val="accent4"/>
                </a:solidFill>
              </a:rPr>
              <a:t>avansert</a:t>
            </a:r>
            <a:r>
              <a:rPr lang="en-US" sz="2000" dirty="0">
                <a:solidFill>
                  <a:schemeClr val="accent4"/>
                </a:solidFill>
              </a:rPr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Juster </a:t>
            </a:r>
            <a:r>
              <a:rPr lang="en-US" sz="2000" dirty="0" err="1"/>
              <a:t>lydnivået</a:t>
            </a:r>
            <a:r>
              <a:rPr lang="en-US" sz="2000" dirty="0"/>
              <a:t> </a:t>
            </a:r>
            <a:r>
              <a:rPr lang="en-US" sz="2000" dirty="0" err="1"/>
              <a:t>til</a:t>
            </a:r>
            <a:r>
              <a:rPr lang="en-US" sz="2000" dirty="0"/>
              <a:t> </a:t>
            </a:r>
            <a:r>
              <a:rPr lang="en-US" sz="2000" dirty="0" err="1"/>
              <a:t>musikk</a:t>
            </a:r>
            <a:r>
              <a:rPr lang="en-US" sz="2000" dirty="0"/>
              <a:t> </a:t>
            </a:r>
            <a:r>
              <a:rPr lang="en-US" sz="2000" dirty="0" err="1"/>
              <a:t>og</a:t>
            </a:r>
            <a:r>
              <a:rPr lang="en-US" sz="2000" dirty="0"/>
              <a:t> </a:t>
            </a:r>
            <a:r>
              <a:rPr lang="en-US" sz="2000" dirty="0" err="1"/>
              <a:t>andre</a:t>
            </a:r>
            <a:r>
              <a:rPr lang="en-US" sz="2000" dirty="0"/>
              <a:t> </a:t>
            </a:r>
            <a:r>
              <a:rPr lang="en-US" sz="2000" dirty="0" err="1"/>
              <a:t>lyder</a:t>
            </a:r>
            <a:r>
              <a:rPr lang="en-US" sz="2000" dirty="0"/>
              <a:t> </a:t>
            </a:r>
            <a:r>
              <a:rPr lang="en-US" sz="2000" dirty="0" err="1"/>
              <a:t>slik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forhold </a:t>
            </a:r>
            <a:r>
              <a:rPr lang="en-US" sz="2000" dirty="0" err="1"/>
              <a:t>til</a:t>
            </a:r>
            <a:r>
              <a:rPr lang="en-US" sz="2000" dirty="0"/>
              <a:t> </a:t>
            </a:r>
            <a:r>
              <a:rPr lang="en-US" sz="2000" dirty="0" err="1"/>
              <a:t>dialogen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Bruk EQ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og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støyreduksjon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for å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forbedre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lydvaliteten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(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avansert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Fjern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stillhet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støy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og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annet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</a:rPr>
              <a:t>småpirk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76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A957E-7678-0BC7-D46B-06E38AC0D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E4C72-C420-4582-0BB7-436933881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Prosjektgang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4E0B8-6A05-C0F5-F609-3B8FDD12A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4"/>
                </a:solidFill>
              </a:rPr>
              <a:t>Importer </a:t>
            </a:r>
            <a:r>
              <a:rPr lang="en-US" sz="2000" dirty="0" err="1">
                <a:solidFill>
                  <a:schemeClr val="accent4"/>
                </a:solidFill>
              </a:rPr>
              <a:t>lydklippene</a:t>
            </a:r>
            <a:r>
              <a:rPr lang="en-US" sz="2000" dirty="0">
                <a:solidFill>
                  <a:schemeClr val="accent4"/>
                </a:solidFill>
              </a:rPr>
              <a:t> du </a:t>
            </a:r>
            <a:r>
              <a:rPr lang="en-US" sz="2000" dirty="0" err="1">
                <a:solidFill>
                  <a:schemeClr val="accent4"/>
                </a:solidFill>
              </a:rPr>
              <a:t>skal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bruke</a:t>
            </a:r>
            <a:r>
              <a:rPr lang="en-US" sz="2000" dirty="0">
                <a:solidFill>
                  <a:schemeClr val="accent4"/>
                </a:solidFill>
              </a:rPr>
              <a:t>, </a:t>
            </a:r>
            <a:r>
              <a:rPr lang="en-US" sz="2000" dirty="0" err="1">
                <a:solidFill>
                  <a:schemeClr val="accent4"/>
                </a:solidFill>
              </a:rPr>
              <a:t>og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fordel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hver</a:t>
            </a:r>
            <a:r>
              <a:rPr lang="en-US" sz="2000" dirty="0">
                <a:solidFill>
                  <a:schemeClr val="accent4"/>
                </a:solidFill>
              </a:rPr>
              <a:t> av dem </a:t>
            </a:r>
            <a:r>
              <a:rPr lang="en-US" sz="2000" dirty="0" err="1">
                <a:solidFill>
                  <a:schemeClr val="accent4"/>
                </a:solidFill>
              </a:rPr>
              <a:t>på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ulike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spor</a:t>
            </a:r>
            <a:r>
              <a:rPr lang="en-US" sz="2000" dirty="0">
                <a:solidFill>
                  <a:schemeClr val="accent4"/>
                </a:solidFill>
              </a:rPr>
              <a:t>. </a:t>
            </a:r>
            <a:r>
              <a:rPr lang="en-US" sz="2000" dirty="0" err="1">
                <a:solidFill>
                  <a:schemeClr val="accent4"/>
                </a:solidFill>
              </a:rPr>
              <a:t>Gjør</a:t>
            </a:r>
            <a:r>
              <a:rPr lang="en-US" sz="2000" dirty="0">
                <a:solidFill>
                  <a:schemeClr val="accent4"/>
                </a:solidFill>
              </a:rPr>
              <a:t> stereo dialog </a:t>
            </a:r>
            <a:r>
              <a:rPr lang="en-US" sz="2000" dirty="0" err="1">
                <a:solidFill>
                  <a:schemeClr val="accent4"/>
                </a:solidFill>
              </a:rPr>
              <a:t>til</a:t>
            </a:r>
            <a:r>
              <a:rPr lang="en-US" sz="2000" dirty="0">
                <a:solidFill>
                  <a:schemeClr val="accent4"/>
                </a:solidFill>
              </a:rPr>
              <a:t> mono </a:t>
            </a:r>
            <a:r>
              <a:rPr lang="en-US" sz="2000" dirty="0" err="1">
                <a:solidFill>
                  <a:schemeClr val="accent4"/>
                </a:solidFill>
              </a:rPr>
              <a:t>hvis</a:t>
            </a:r>
            <a:r>
              <a:rPr lang="en-US" sz="2000" dirty="0">
                <a:solidFill>
                  <a:schemeClr val="accent4"/>
                </a:solidFill>
              </a:rPr>
              <a:t> det </a:t>
            </a:r>
            <a:r>
              <a:rPr lang="en-US" sz="2000" dirty="0" err="1">
                <a:solidFill>
                  <a:schemeClr val="accent4"/>
                </a:solidFill>
              </a:rPr>
              <a:t>trengs</a:t>
            </a:r>
            <a:r>
              <a:rPr lang="en-US" sz="2000" dirty="0">
                <a:solidFill>
                  <a:schemeClr val="accent4"/>
                </a:solidFill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4"/>
                </a:solidFill>
              </a:rPr>
              <a:t>Klipp </a:t>
            </a:r>
            <a:r>
              <a:rPr lang="en-US" sz="2000" dirty="0" err="1">
                <a:solidFill>
                  <a:schemeClr val="accent4"/>
                </a:solidFill>
              </a:rPr>
              <a:t>sammen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rekkefølgen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og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varigheten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på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podcasten</a:t>
            </a:r>
            <a:r>
              <a:rPr lang="en-US" sz="2000" dirty="0">
                <a:solidFill>
                  <a:schemeClr val="accent4"/>
                </a:solidFill>
              </a:rPr>
              <a:t>. </a:t>
            </a:r>
            <a:r>
              <a:rPr lang="en-US" sz="2000" dirty="0" err="1">
                <a:solidFill>
                  <a:schemeClr val="accent4"/>
                </a:solidFill>
              </a:rPr>
              <a:t>Plasser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musikk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og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andre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lydspor</a:t>
            </a:r>
            <a:r>
              <a:rPr lang="en-US" sz="2000" dirty="0">
                <a:solidFill>
                  <a:schemeClr val="accent4"/>
                </a:solidFill>
              </a:rPr>
              <a:t> der det </a:t>
            </a:r>
            <a:r>
              <a:rPr lang="en-US" sz="2000" dirty="0" err="1">
                <a:solidFill>
                  <a:schemeClr val="accent4"/>
                </a:solidFill>
              </a:rPr>
              <a:t>skal</a:t>
            </a:r>
            <a:endParaRPr lang="en-US" sz="2000" dirty="0">
              <a:solidFill>
                <a:schemeClr val="accent4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>
                <a:solidFill>
                  <a:schemeClr val="accent4"/>
                </a:solidFill>
              </a:rPr>
              <a:t>Balanser</a:t>
            </a:r>
            <a:r>
              <a:rPr lang="en-US" sz="2000" dirty="0">
                <a:solidFill>
                  <a:schemeClr val="accent4"/>
                </a:solidFill>
              </a:rPr>
              <a:t> all </a:t>
            </a:r>
            <a:r>
              <a:rPr lang="en-US" sz="2000" dirty="0" err="1">
                <a:solidFill>
                  <a:schemeClr val="accent4"/>
                </a:solidFill>
              </a:rPr>
              <a:t>dialogen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slik</a:t>
            </a:r>
            <a:r>
              <a:rPr lang="en-US" sz="2000" dirty="0">
                <a:solidFill>
                  <a:schemeClr val="accent4"/>
                </a:solidFill>
              </a:rPr>
              <a:t> at det </a:t>
            </a:r>
            <a:r>
              <a:rPr lang="en-US" sz="2000" dirty="0" err="1">
                <a:solidFill>
                  <a:schemeClr val="accent4"/>
                </a:solidFill>
              </a:rPr>
              <a:t>oppleves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som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samme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lydvolum</a:t>
            </a:r>
            <a:r>
              <a:rPr lang="en-US" sz="2000" dirty="0">
                <a:solidFill>
                  <a:schemeClr val="accent4"/>
                </a:solidFill>
              </a:rPr>
              <a:t>. Bruk compressor </a:t>
            </a:r>
            <a:r>
              <a:rPr lang="en-US" sz="2000" dirty="0" err="1">
                <a:solidFill>
                  <a:schemeClr val="accent4"/>
                </a:solidFill>
              </a:rPr>
              <a:t>på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hvert</a:t>
            </a:r>
            <a:r>
              <a:rPr lang="en-US" sz="2000" dirty="0">
                <a:solidFill>
                  <a:schemeClr val="accent4"/>
                </a:solidFill>
              </a:rPr>
              <a:t> av </a:t>
            </a:r>
            <a:r>
              <a:rPr lang="en-US" sz="2000" dirty="0" err="1">
                <a:solidFill>
                  <a:schemeClr val="accent4"/>
                </a:solidFill>
              </a:rPr>
              <a:t>sporene</a:t>
            </a:r>
            <a:r>
              <a:rPr lang="en-US" sz="2000" dirty="0">
                <a:solidFill>
                  <a:schemeClr val="accent4"/>
                </a:solidFill>
              </a:rPr>
              <a:t> for å </a:t>
            </a:r>
            <a:r>
              <a:rPr lang="en-US" sz="2000" dirty="0" err="1">
                <a:solidFill>
                  <a:schemeClr val="accent4"/>
                </a:solidFill>
              </a:rPr>
              <a:t>jevne</a:t>
            </a:r>
            <a:r>
              <a:rPr lang="en-US" sz="2000" dirty="0">
                <a:solidFill>
                  <a:schemeClr val="accent4"/>
                </a:solidFill>
              </a:rPr>
              <a:t> det </a:t>
            </a:r>
            <a:r>
              <a:rPr lang="en-US" sz="2000" dirty="0" err="1">
                <a:solidFill>
                  <a:schemeClr val="accent4"/>
                </a:solidFill>
              </a:rPr>
              <a:t>enda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bedre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ut</a:t>
            </a:r>
            <a:r>
              <a:rPr lang="en-US" sz="2000" dirty="0">
                <a:solidFill>
                  <a:schemeClr val="accent4"/>
                </a:solidFill>
              </a:rPr>
              <a:t> (</a:t>
            </a:r>
            <a:r>
              <a:rPr lang="en-US" sz="2000" dirty="0" err="1">
                <a:solidFill>
                  <a:schemeClr val="accent4"/>
                </a:solidFill>
              </a:rPr>
              <a:t>avansert</a:t>
            </a:r>
            <a:r>
              <a:rPr lang="en-US" sz="2000" dirty="0">
                <a:solidFill>
                  <a:schemeClr val="accent4"/>
                </a:solidFill>
              </a:rPr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4"/>
                </a:solidFill>
              </a:rPr>
              <a:t>Juster </a:t>
            </a:r>
            <a:r>
              <a:rPr lang="en-US" sz="2000" dirty="0" err="1">
                <a:solidFill>
                  <a:schemeClr val="accent4"/>
                </a:solidFill>
              </a:rPr>
              <a:t>lydnivået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til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musikk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og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andre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lyder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slik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i</a:t>
            </a:r>
            <a:r>
              <a:rPr lang="en-US" sz="2000" dirty="0">
                <a:solidFill>
                  <a:schemeClr val="accent4"/>
                </a:solidFill>
              </a:rPr>
              <a:t> forhold </a:t>
            </a:r>
            <a:r>
              <a:rPr lang="en-US" sz="2000" dirty="0" err="1">
                <a:solidFill>
                  <a:schemeClr val="accent4"/>
                </a:solidFill>
              </a:rPr>
              <a:t>til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 err="1">
                <a:solidFill>
                  <a:schemeClr val="accent4"/>
                </a:solidFill>
              </a:rPr>
              <a:t>dialogen</a:t>
            </a:r>
            <a:endParaRPr lang="en-US" sz="2000" dirty="0">
              <a:solidFill>
                <a:schemeClr val="accent4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Bruk EQ </a:t>
            </a:r>
            <a:r>
              <a:rPr lang="en-US" sz="2000" dirty="0" err="1"/>
              <a:t>og</a:t>
            </a:r>
            <a:r>
              <a:rPr lang="en-US" sz="2000" dirty="0"/>
              <a:t> </a:t>
            </a:r>
            <a:r>
              <a:rPr lang="en-US" sz="2000" dirty="0" err="1"/>
              <a:t>støyreduksjon</a:t>
            </a:r>
            <a:r>
              <a:rPr lang="en-US" sz="2000" dirty="0"/>
              <a:t> for å </a:t>
            </a:r>
            <a:r>
              <a:rPr lang="en-US" sz="2000" dirty="0" err="1"/>
              <a:t>forbedre</a:t>
            </a:r>
            <a:r>
              <a:rPr lang="en-US" sz="2000" dirty="0"/>
              <a:t> </a:t>
            </a:r>
            <a:r>
              <a:rPr lang="en-US" sz="2000" dirty="0" err="1"/>
              <a:t>lydvaliteten</a:t>
            </a:r>
            <a:r>
              <a:rPr lang="en-US" sz="2000" dirty="0"/>
              <a:t> (</a:t>
            </a:r>
            <a:r>
              <a:rPr lang="en-US" sz="2000" dirty="0" err="1"/>
              <a:t>avansert</a:t>
            </a:r>
            <a:r>
              <a:rPr lang="en-US" sz="20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/>
              <a:t>Fjern</a:t>
            </a:r>
            <a:r>
              <a:rPr lang="en-US" sz="2000" dirty="0"/>
              <a:t> </a:t>
            </a:r>
            <a:r>
              <a:rPr lang="en-US" sz="2000" dirty="0" err="1"/>
              <a:t>stillhet</a:t>
            </a:r>
            <a:r>
              <a:rPr lang="en-US" sz="2000" dirty="0"/>
              <a:t>, </a:t>
            </a:r>
            <a:r>
              <a:rPr lang="en-US" sz="2000" dirty="0" err="1"/>
              <a:t>støy</a:t>
            </a:r>
            <a:r>
              <a:rPr lang="en-US" sz="2000" dirty="0"/>
              <a:t> </a:t>
            </a:r>
            <a:r>
              <a:rPr lang="en-US" sz="2000" dirty="0" err="1"/>
              <a:t>og</a:t>
            </a:r>
            <a:r>
              <a:rPr lang="en-US" sz="2000" dirty="0"/>
              <a:t> </a:t>
            </a:r>
            <a:r>
              <a:rPr lang="en-US" sz="2000" dirty="0" err="1"/>
              <a:t>annet</a:t>
            </a:r>
            <a:r>
              <a:rPr lang="en-US" sz="2000" dirty="0"/>
              <a:t> </a:t>
            </a:r>
            <a:r>
              <a:rPr lang="en-US" sz="2000" dirty="0" err="1"/>
              <a:t>småpirk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3907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D1BA-F430-E0CE-8805-447B4B44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Essential Sound Panel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520DBD-84F2-D760-CF90-F7DE65DBB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64241" y="1922462"/>
            <a:ext cx="3127918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C9C899-FD16-D07F-8739-CC61172F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323" y="4023225"/>
            <a:ext cx="3127918" cy="225057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8B2BE8-60E5-2A0B-B9E6-76F308A37A78}"/>
              </a:ext>
            </a:extLst>
          </p:cNvPr>
          <p:cNvSpPr txBox="1">
            <a:spLocks/>
          </p:cNvSpPr>
          <p:nvPr/>
        </p:nvSpPr>
        <p:spPr>
          <a:xfrm>
            <a:off x="1244600" y="1990724"/>
            <a:ext cx="889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2400" dirty="0"/>
              <a:t>Dette hjelper deg i gang med lydbehandling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b-NO" sz="2400" dirty="0"/>
              <a:t>Velg et spor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b-NO" sz="2400" dirty="0"/>
              <a:t>Definer i </a:t>
            </a:r>
            <a:r>
              <a:rPr lang="nb-NO" sz="2400" dirty="0" err="1"/>
              <a:t>Essential</a:t>
            </a:r>
            <a:r>
              <a:rPr lang="nb-NO" sz="2400" dirty="0"/>
              <a:t> Sound Panel </a:t>
            </a:r>
            <a:br>
              <a:rPr lang="nb-NO" sz="2400" dirty="0"/>
            </a:br>
            <a:r>
              <a:rPr lang="nb-NO" sz="2400" dirty="0"/>
              <a:t>for videre behandling </a:t>
            </a:r>
          </a:p>
        </p:txBody>
      </p:sp>
    </p:spTree>
    <p:extLst>
      <p:ext uri="{BB962C8B-B14F-4D97-AF65-F5344CB8AC3E}">
        <p14:creationId xmlns:p14="http://schemas.microsoft.com/office/powerpoint/2010/main" val="3274836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6CA09-814B-4BE5-394F-6DE8ED306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Fjerne</a:t>
            </a:r>
            <a:r>
              <a:rPr lang="en-US" dirty="0"/>
              <a:t> </a:t>
            </a:r>
            <a:r>
              <a:rPr lang="en-US" dirty="0" err="1"/>
              <a:t>støy</a:t>
            </a:r>
            <a:r>
              <a:rPr lang="en-US" dirty="0"/>
              <a:t> med Essential Sound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4C0E4-041F-ABE7-05ED-609FFDFF0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EBB40-2628-CB03-3FB6-DEEA0C679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135" y="1700685"/>
            <a:ext cx="4486901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9542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B1B1F-B290-CF4C-0972-0F0531539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30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Effect Rack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D0C6B-7C0E-1139-29AB-35F42891C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4836E-9D0F-A606-A326-3DD048C62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66" y="1361249"/>
            <a:ext cx="11243267" cy="539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08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041A8-B62D-8097-4075-BD8A7C901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Kompressor</a:t>
            </a:r>
            <a:endParaRPr lang="en-US" dirty="0"/>
          </a:p>
        </p:txBody>
      </p:sp>
      <p:pic>
        <p:nvPicPr>
          <p:cNvPr id="7" name="Content Placeholder 6" descr="A sound waveform with blue and orange lines&#10;&#10;AI-generated content may be incorrect.">
            <a:extLst>
              <a:ext uri="{FF2B5EF4-FFF2-40B4-BE49-F238E27FC236}">
                <a16:creationId xmlns:a16="http://schemas.microsoft.com/office/drawing/2014/main" id="{138112DC-B686-495C-7124-6E01B8849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5245" y="1690688"/>
            <a:ext cx="3706352" cy="2137526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1D9FDB-5D32-9C3E-8FD2-B4C0B83FC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081" y="1690688"/>
            <a:ext cx="3418764" cy="3608998"/>
          </a:xfrm>
          <a:prstGeom prst="rect">
            <a:avLst/>
          </a:prstGeom>
        </p:spPr>
      </p:pic>
      <p:pic>
        <p:nvPicPr>
          <p:cNvPr id="11" name="Picture 10" descr="A comparison of a sound wave&#10;&#10;AI-generated content may be incorrect.">
            <a:extLst>
              <a:ext uri="{FF2B5EF4-FFF2-40B4-BE49-F238E27FC236}">
                <a16:creationId xmlns:a16="http://schemas.microsoft.com/office/drawing/2014/main" id="{33B272C6-1958-F16C-A385-E92D337F7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5" y="3988581"/>
            <a:ext cx="6775938" cy="235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37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E9F3-3427-FBC1-616B-1704EF17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6C558-8FD3-2826-68FF-0562A6058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7351DC-06EF-98F4-AC9A-33AFD96313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25" t="788"/>
          <a:stretch/>
        </p:blipFill>
        <p:spPr>
          <a:xfrm>
            <a:off x="2597731" y="1690688"/>
            <a:ext cx="6996537" cy="49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1387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Univer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11901A02A87E46BB942C73FE24F311" ma:contentTypeVersion="11" ma:contentTypeDescription="Create a new document." ma:contentTypeScope="" ma:versionID="c2c241eced93026075fb4d4e1fd1f037">
  <xsd:schema xmlns:xsd="http://www.w3.org/2001/XMLSchema" xmlns:xs="http://www.w3.org/2001/XMLSchema" xmlns:p="http://schemas.microsoft.com/office/2006/metadata/properties" xmlns:ns2="b682d1c4-6130-4683-8ba8-15f69f080697" xmlns:ns3="3b344d11-0467-46fc-89ef-ed02da2fd63b" targetNamespace="http://schemas.microsoft.com/office/2006/metadata/properties" ma:root="true" ma:fieldsID="b9efbd9fbec789710b72376ddd546303" ns2:_="" ns3:_="">
    <xsd:import namespace="b682d1c4-6130-4683-8ba8-15f69f080697"/>
    <xsd:import namespace="3b344d11-0467-46fc-89ef-ed02da2fd6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82d1c4-6130-4683-8ba8-15f69f0806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2bf785b-8fef-4b70-b2f9-38d45fd2cc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344d11-0467-46fc-89ef-ed02da2fd63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61567f7-bb85-46a2-bdad-c7f42c5457fd}" ma:internalName="TaxCatchAll" ma:showField="CatchAllData" ma:web="3b344d11-0467-46fc-89ef-ed02da2fd6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EA1492-8B35-4E5A-9C20-FBB44C1CAD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82d1c4-6130-4683-8ba8-15f69f080697"/>
    <ds:schemaRef ds:uri="3b344d11-0467-46fc-89ef-ed02da2fd6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B86B46D-65A2-4C1E-A750-A367D5C2D4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4508</TotalTime>
  <Words>1258</Words>
  <Application>Microsoft Office PowerPoint</Application>
  <PresentationFormat>Widescreen</PresentationFormat>
  <Paragraphs>149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Arial</vt:lpstr>
      <vt:lpstr>Gill Sans Nova</vt:lpstr>
      <vt:lpstr>GradientVTI</vt:lpstr>
      <vt:lpstr>Adobe Audition</vt:lpstr>
      <vt:lpstr>Prosjektgang</vt:lpstr>
      <vt:lpstr>Prosjektgang</vt:lpstr>
      <vt:lpstr>Filhåndtering</vt:lpstr>
      <vt:lpstr>Importering til files</vt:lpstr>
      <vt:lpstr>PowerPoint Presentation</vt:lpstr>
      <vt:lpstr>PowerPoint Presentation</vt:lpstr>
      <vt:lpstr>Lydformater</vt:lpstr>
      <vt:lpstr>Hovedregel for stemmer</vt:lpstr>
      <vt:lpstr>PowerPoint Presentation</vt:lpstr>
      <vt:lpstr>PowerPoint Presentation</vt:lpstr>
      <vt:lpstr>PowerPoint Presentation</vt:lpstr>
      <vt:lpstr>Opprette multitrack</vt:lpstr>
      <vt:lpstr>PowerPoint Presentation</vt:lpstr>
      <vt:lpstr>PowerPoint Presentation</vt:lpstr>
      <vt:lpstr>Prosjektgang</vt:lpstr>
      <vt:lpstr>Navigasjon snarveier</vt:lpstr>
      <vt:lpstr>Lydklipp vs. Lydspor</vt:lpstr>
      <vt:lpstr>Redigere lydklipp med MoveTool (V)</vt:lpstr>
      <vt:lpstr>Razor Tool</vt:lpstr>
      <vt:lpstr>Prosjektgang</vt:lpstr>
      <vt:lpstr>Lydspor</vt:lpstr>
      <vt:lpstr>PowerPoint Presentation</vt:lpstr>
      <vt:lpstr>Hovedregel for stemmer</vt:lpstr>
      <vt:lpstr>Velg hva som vises</vt:lpstr>
      <vt:lpstr>Prosjektgang</vt:lpstr>
      <vt:lpstr>Prosjektgang</vt:lpstr>
      <vt:lpstr>Essential Sound Panel</vt:lpstr>
      <vt:lpstr>Fjerne støy med Essential Sound Panel</vt:lpstr>
      <vt:lpstr>Effect Rack</vt:lpstr>
      <vt:lpstr>Kompressor</vt:lpstr>
      <vt:lpstr>EQ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Lydteknikk</dc:title>
  <dc:creator>Sondre Kile Andersen</dc:creator>
  <cp:lastModifiedBy>Sondre Kile Andersen</cp:lastModifiedBy>
  <cp:revision>11</cp:revision>
  <dcterms:created xsi:type="dcterms:W3CDTF">2024-02-11T19:29:20Z</dcterms:created>
  <dcterms:modified xsi:type="dcterms:W3CDTF">2025-10-07T19:55:03Z</dcterms:modified>
</cp:coreProperties>
</file>