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65" r:id="rId3"/>
    <p:sldId id="266" r:id="rId4"/>
    <p:sldId id="267" r:id="rId5"/>
    <p:sldId id="262" r:id="rId6"/>
    <p:sldId id="263" r:id="rId7"/>
    <p:sldId id="264" r:id="rId8"/>
    <p:sldId id="268" r:id="rId9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6"/>
    <p:restoredTop sz="96993"/>
  </p:normalViewPr>
  <p:slideViewPr>
    <p:cSldViewPr snapToGrid="0">
      <p:cViewPr varScale="1">
        <p:scale>
          <a:sx n="149" d="100"/>
          <a:sy n="149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5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0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1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1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9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3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0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2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eon Coloured Gadgets">
            <a:extLst>
              <a:ext uri="{FF2B5EF4-FFF2-40B4-BE49-F238E27FC236}">
                <a16:creationId xmlns:a16="http://schemas.microsoft.com/office/drawing/2014/main" id="{7578623C-C55D-5A11-B670-B87E684EC3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56" b="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066AC-35FE-57E2-3116-5BE25688D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NO" sz="4800" dirty="0">
                <a:solidFill>
                  <a:schemeClr val="bg1"/>
                </a:solidFill>
              </a:rPr>
              <a:t>Spillutvikling</a:t>
            </a:r>
            <a:br>
              <a:rPr lang="en-NO" sz="4800" dirty="0">
                <a:solidFill>
                  <a:schemeClr val="bg1"/>
                </a:solidFill>
              </a:rPr>
            </a:br>
            <a:r>
              <a:rPr lang="en-NO" sz="4800" dirty="0">
                <a:solidFill>
                  <a:schemeClr val="bg1"/>
                </a:solidFill>
              </a:rPr>
              <a:t>Fredag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65E48-B947-71E5-D4EE-E517AC4F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endParaRPr lang="en-NO" sz="2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433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4E94-6042-1508-C758-89B92EAF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Minimal Viable Product (MVP)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C943-4FF6-415A-CC0F-A423B433A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O" dirty="0"/>
          </a:p>
          <a:p>
            <a:r>
              <a:rPr lang="en-NO" dirty="0"/>
              <a:t>Lag kun det mest nødvendige</a:t>
            </a:r>
          </a:p>
          <a:p>
            <a:r>
              <a:rPr lang="en-NO" dirty="0"/>
              <a:t>Vit forskjellen på grunnelementer og features</a:t>
            </a:r>
          </a:p>
        </p:txBody>
      </p:sp>
    </p:spTree>
    <p:extLst>
      <p:ext uri="{BB962C8B-B14F-4D97-AF65-F5344CB8AC3E}">
        <p14:creationId xmlns:p14="http://schemas.microsoft.com/office/powerpoint/2010/main" val="205887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1C4F-A3BE-5828-64D3-346597E1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O" dirty="0"/>
              <a:t>Full </a:t>
            </a:r>
            <a:br>
              <a:rPr lang="en-NO" dirty="0"/>
            </a:br>
            <a:r>
              <a:rPr lang="en-NO" dirty="0"/>
              <a:t>game</a:t>
            </a:r>
          </a:p>
        </p:txBody>
      </p:sp>
      <p:pic>
        <p:nvPicPr>
          <p:cNvPr id="5" name="Content Placeholder 4" descr="A pixelated video game&#10;&#10;Description automatically generated">
            <a:extLst>
              <a:ext uri="{FF2B5EF4-FFF2-40B4-BE49-F238E27FC236}">
                <a16:creationId xmlns:a16="http://schemas.microsoft.com/office/drawing/2014/main" id="{0633AB03-51C0-0FB6-12D0-A6354E435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205" y="3471875"/>
            <a:ext cx="1917700" cy="1054100"/>
          </a:xfrm>
        </p:spPr>
      </p:pic>
      <p:pic>
        <p:nvPicPr>
          <p:cNvPr id="2050" name="Picture 2" descr="Super Mario Bros. - Wikipedia">
            <a:extLst>
              <a:ext uri="{FF2B5EF4-FFF2-40B4-BE49-F238E27FC236}">
                <a16:creationId xmlns:a16="http://schemas.microsoft.com/office/drawing/2014/main" id="{E5D1EA94-33CE-7204-2641-89C67AE83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831" y="0"/>
            <a:ext cx="5033169" cy="688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video game character with a flag&#10;&#10;Description automatically generated">
            <a:extLst>
              <a:ext uri="{FF2B5EF4-FFF2-40B4-BE49-F238E27FC236}">
                <a16:creationId xmlns:a16="http://schemas.microsoft.com/office/drawing/2014/main" id="{D5CFEF2B-B221-B080-06C9-C59FFB698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043" y="1665557"/>
            <a:ext cx="952500" cy="1701800"/>
          </a:xfrm>
          <a:prstGeom prst="rect">
            <a:avLst/>
          </a:prstGeom>
        </p:spPr>
      </p:pic>
      <p:pic>
        <p:nvPicPr>
          <p:cNvPr id="9" name="Picture 8" descr="A pixelated image of a fish&#10;&#10;Description automatically generated">
            <a:extLst>
              <a:ext uri="{FF2B5EF4-FFF2-40B4-BE49-F238E27FC236}">
                <a16:creationId xmlns:a16="http://schemas.microsoft.com/office/drawing/2014/main" id="{4F98B7AD-A6A2-48A7-09ED-249518D6B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" y="2760675"/>
            <a:ext cx="1930400" cy="1765300"/>
          </a:xfrm>
          <a:prstGeom prst="rect">
            <a:avLst/>
          </a:prstGeom>
        </p:spPr>
      </p:pic>
      <p:pic>
        <p:nvPicPr>
          <p:cNvPr id="11" name="Picture 10" descr="A video game with a video game&#10;&#10;Description automatically generated">
            <a:extLst>
              <a:ext uri="{FF2B5EF4-FFF2-40B4-BE49-F238E27FC236}">
                <a16:creationId xmlns:a16="http://schemas.microsoft.com/office/drawing/2014/main" id="{D1ABE248-DEA8-6E39-FEC0-2CD303DD3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231" y="0"/>
            <a:ext cx="2641600" cy="2324100"/>
          </a:xfrm>
          <a:prstGeom prst="rect">
            <a:avLst/>
          </a:prstGeom>
        </p:spPr>
      </p:pic>
      <p:pic>
        <p:nvPicPr>
          <p:cNvPr id="13" name="Picture 12" descr="A screenshot of a video game&#10;&#10;Description automatically generated">
            <a:extLst>
              <a:ext uri="{FF2B5EF4-FFF2-40B4-BE49-F238E27FC236}">
                <a16:creationId xmlns:a16="http://schemas.microsoft.com/office/drawing/2014/main" id="{91AA2706-77CB-D447-95E8-91F479062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3318" y="4749100"/>
            <a:ext cx="4237116" cy="1983331"/>
          </a:xfrm>
          <a:prstGeom prst="rect">
            <a:avLst/>
          </a:prstGeom>
        </p:spPr>
      </p:pic>
      <p:pic>
        <p:nvPicPr>
          <p:cNvPr id="15" name="Picture 14" descr="A video game screen with plants and a brick wall&#10;&#10;Description automatically generated">
            <a:extLst>
              <a:ext uri="{FF2B5EF4-FFF2-40B4-BE49-F238E27FC236}">
                <a16:creationId xmlns:a16="http://schemas.microsoft.com/office/drawing/2014/main" id="{29AAD7A2-86E4-8C6F-7276-0F2AF340B5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11" y="4630493"/>
            <a:ext cx="2501110" cy="2178000"/>
          </a:xfrm>
          <a:prstGeom prst="rect">
            <a:avLst/>
          </a:prstGeom>
        </p:spPr>
      </p:pic>
      <p:pic>
        <p:nvPicPr>
          <p:cNvPr id="17" name="Picture 16" descr="A video game screen with a castle and a person in a video game&#10;&#10;Description automatically generated">
            <a:extLst>
              <a:ext uri="{FF2B5EF4-FFF2-40B4-BE49-F238E27FC236}">
                <a16:creationId xmlns:a16="http://schemas.microsoft.com/office/drawing/2014/main" id="{77D0DEE6-B2BE-E9C7-2E75-1FD185D519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2537" y="2407993"/>
            <a:ext cx="25273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1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ECD2FED6-44FA-8466-104C-55A701AD7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93"/>
            <a:ext cx="12191999" cy="685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DF2565-6ADE-7B8A-B0B6-E47E9F0F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9" y="370929"/>
            <a:ext cx="10168128" cy="1179576"/>
          </a:xfrm>
        </p:spPr>
        <p:txBody>
          <a:bodyPr>
            <a:normAutofit/>
          </a:bodyPr>
          <a:lstStyle/>
          <a:p>
            <a:r>
              <a:rPr lang="en-NO" u="sng" dirty="0">
                <a:solidFill>
                  <a:schemeClr val="bg1"/>
                </a:solidFill>
              </a:rPr>
              <a:t>Minimal Viable Product (MVP)</a:t>
            </a:r>
          </a:p>
        </p:txBody>
      </p:sp>
    </p:spTree>
    <p:extLst>
      <p:ext uri="{BB962C8B-B14F-4D97-AF65-F5344CB8AC3E}">
        <p14:creationId xmlns:p14="http://schemas.microsoft.com/office/powerpoint/2010/main" val="27191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7E99-EFF0-9D77-B920-7B17F279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Dagens mål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A39D-CB26-B0C4-5DD1-5125F9A0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Før lunsh: Prototype</a:t>
            </a:r>
          </a:p>
          <a:p>
            <a:r>
              <a:rPr lang="en-NO" dirty="0"/>
              <a:t>Etter lunsh: Prosjektbeskrivelse</a:t>
            </a:r>
          </a:p>
        </p:txBody>
      </p:sp>
    </p:spTree>
    <p:extLst>
      <p:ext uri="{BB962C8B-B14F-4D97-AF65-F5344CB8AC3E}">
        <p14:creationId xmlns:p14="http://schemas.microsoft.com/office/powerpoint/2010/main" val="83707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E091-D063-0556-D827-0BA5A773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062A-4649-96C2-1B71-318A824BD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4828032" cy="3694176"/>
          </a:xfrm>
        </p:spPr>
        <p:txBody>
          <a:bodyPr/>
          <a:lstStyle/>
          <a:p>
            <a:r>
              <a:rPr lang="en-NO" dirty="0"/>
              <a:t>Finn en måte å visualisere spillet og dets mekanismer på en analog måte</a:t>
            </a:r>
          </a:p>
          <a:p>
            <a:r>
              <a:rPr lang="en-NO" dirty="0"/>
              <a:t>Klipp ut, tegn, eller bruk objekter</a:t>
            </a:r>
          </a:p>
          <a:p>
            <a:endParaRPr lang="en-NO" dirty="0"/>
          </a:p>
          <a:p>
            <a:endParaRPr lang="en-NO" dirty="0"/>
          </a:p>
          <a:p>
            <a:endParaRPr lang="en-NO" dirty="0"/>
          </a:p>
        </p:txBody>
      </p:sp>
      <p:pic>
        <p:nvPicPr>
          <p:cNvPr id="1026" name="Picture 2" descr="Paper Prototyping - Unity Forum">
            <a:extLst>
              <a:ext uri="{FF2B5EF4-FFF2-40B4-BE49-F238E27FC236}">
                <a16:creationId xmlns:a16="http://schemas.microsoft.com/office/drawing/2014/main" id="{2DFB5B80-1B5A-3662-EDC5-CC5406BF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864" y="2478024"/>
            <a:ext cx="5244752" cy="295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75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5C7B-157D-F3B1-5A4C-F1916FE2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83203"/>
          </a:xfrm>
        </p:spPr>
        <p:txBody>
          <a:bodyPr/>
          <a:lstStyle/>
          <a:p>
            <a:r>
              <a:rPr lang="en-NO" dirty="0"/>
              <a:t>Prosjektbeskrivelse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3C80-2708-07DF-3F32-F5DFF16F8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8" y="1584433"/>
            <a:ext cx="6589642" cy="4935637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800" dirty="0">
                <a:effectLst/>
                <a:latin typeface="Calibri" panose="020F0502020204030204" pitchFamily="34" charset="0"/>
              </a:rPr>
              <a:t>Lag en prosjektbeskrivelse PowerPoint, Word eller annet program. Den skal inneholde: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nb-NO" sz="180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Rollene til hver av medlemmene 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Hvem er med i gruppa?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Hvem tar ansvar for hva?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Kort beskrivelse av spillets: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Sjanger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Målgruppe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Spillmekanismer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Interaksjoner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Innpakning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Bruk bilder av prototypen/sketcher underveis i prosjektplanen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nb-NO" sz="1800" b="0" i="0" dirty="0">
                <a:effectLst/>
                <a:latin typeface="Calibri" panose="020F0502020204030204" pitchFamily="34" charset="0"/>
              </a:rPr>
              <a:t>(Ekstra) Navn på spillselskapet deres!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nb-NO" sz="1800" dirty="0"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1800" b="1" dirty="0">
                <a:effectLst/>
                <a:latin typeface="Calibri" panose="020F0502020204030204" pitchFamily="34" charset="0"/>
              </a:rPr>
              <a:t>Oppgave 2 leveres på Its-Learning</a:t>
            </a:r>
          </a:p>
        </p:txBody>
      </p:sp>
      <p:pic>
        <p:nvPicPr>
          <p:cNvPr id="15" name="Picture 14" descr="A screen shot of a phone&#10;&#10;Description automatically generated">
            <a:extLst>
              <a:ext uri="{FF2B5EF4-FFF2-40B4-BE49-F238E27FC236}">
                <a16:creationId xmlns:a16="http://schemas.microsoft.com/office/drawing/2014/main" id="{533B5698-3831-FE2C-56E4-3FBB3F788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950" y="296050"/>
            <a:ext cx="1279183" cy="1662938"/>
          </a:xfrm>
          <a:prstGeom prst="rect">
            <a:avLst/>
          </a:prstGeom>
        </p:spPr>
      </p:pic>
      <p:pic>
        <p:nvPicPr>
          <p:cNvPr id="17" name="Picture 16" descr="A group of people with black text&#10;&#10;Description automatically generated">
            <a:extLst>
              <a:ext uri="{FF2B5EF4-FFF2-40B4-BE49-F238E27FC236}">
                <a16:creationId xmlns:a16="http://schemas.microsoft.com/office/drawing/2014/main" id="{90C17D13-8EDE-3C10-8510-117EECE8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912" y="2023728"/>
            <a:ext cx="1397261" cy="1564539"/>
          </a:xfrm>
          <a:prstGeom prst="rect">
            <a:avLst/>
          </a:prstGeom>
        </p:spPr>
      </p:pic>
      <p:pic>
        <p:nvPicPr>
          <p:cNvPr id="19" name="Picture 18" descr="A yellow wrench with black text&#10;&#10;Description automatically generated">
            <a:extLst>
              <a:ext uri="{FF2B5EF4-FFF2-40B4-BE49-F238E27FC236}">
                <a16:creationId xmlns:a16="http://schemas.microsoft.com/office/drawing/2014/main" id="{7F39AFAB-19DB-B573-E20A-F91107A09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098" y="1138428"/>
            <a:ext cx="1889255" cy="2056533"/>
          </a:xfrm>
          <a:prstGeom prst="rect">
            <a:avLst/>
          </a:prstGeom>
        </p:spPr>
      </p:pic>
      <p:pic>
        <p:nvPicPr>
          <p:cNvPr id="21" name="Picture 20" descr="A yellow and black sign with a person falling from a cliff&#10;&#10;Description automatically generated">
            <a:extLst>
              <a:ext uri="{FF2B5EF4-FFF2-40B4-BE49-F238E27FC236}">
                <a16:creationId xmlns:a16="http://schemas.microsoft.com/office/drawing/2014/main" id="{C599DB18-EB62-D8BC-70F6-B39F4FC90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127" y="3429000"/>
            <a:ext cx="1544859" cy="1554699"/>
          </a:xfrm>
          <a:prstGeom prst="rect">
            <a:avLst/>
          </a:prstGeom>
        </p:spPr>
      </p:pic>
      <p:pic>
        <p:nvPicPr>
          <p:cNvPr id="23" name="Picture 22" descr="A yellow bucket with a handle&#10;&#10;Description automatically generated">
            <a:extLst>
              <a:ext uri="{FF2B5EF4-FFF2-40B4-BE49-F238E27FC236}">
                <a16:creationId xmlns:a16="http://schemas.microsoft.com/office/drawing/2014/main" id="{933623FA-5A3D-CD66-C056-F05988278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592" y="4160558"/>
            <a:ext cx="1603898" cy="193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27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379A-8F47-D8AA-F1B2-1C2030E5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Ikke landet på en 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5CA3-FC78-4B5A-EF2F-FE3D330BE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Vi lærere hjelper og definerer spillet med dere hvis dette er vanskelig</a:t>
            </a:r>
          </a:p>
        </p:txBody>
      </p:sp>
    </p:spTree>
    <p:extLst>
      <p:ext uri="{BB962C8B-B14F-4D97-AF65-F5344CB8AC3E}">
        <p14:creationId xmlns:p14="http://schemas.microsoft.com/office/powerpoint/2010/main" val="200949132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8666</TotalTime>
  <Words>143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AccentBoxVTI</vt:lpstr>
      <vt:lpstr>Spillutvikling Fredag</vt:lpstr>
      <vt:lpstr>Minimal Viable Product (MVP)</vt:lpstr>
      <vt:lpstr>Full  game</vt:lpstr>
      <vt:lpstr>Minimal Viable Product (MVP)</vt:lpstr>
      <vt:lpstr>Dagens mål</vt:lpstr>
      <vt:lpstr>Prototype</vt:lpstr>
      <vt:lpstr>Prosjektbeskrivelse</vt:lpstr>
      <vt:lpstr>Ikke landet på en ide?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Fredag</dc:title>
  <dc:creator>Sondre Kile Andersen</dc:creator>
  <cp:lastModifiedBy>Sondre Kile Andersen</cp:lastModifiedBy>
  <cp:revision>6</cp:revision>
  <dcterms:created xsi:type="dcterms:W3CDTF">2023-10-12T11:27:13Z</dcterms:created>
  <dcterms:modified xsi:type="dcterms:W3CDTF">2023-10-20T08:12:12Z</dcterms:modified>
</cp:coreProperties>
</file>