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7" r:id="rId1"/>
  </p:sldMasterIdLst>
  <p:sldIdLst>
    <p:sldId id="256" r:id="rId2"/>
    <p:sldId id="265" r:id="rId3"/>
    <p:sldId id="261" r:id="rId4"/>
    <p:sldId id="257" r:id="rId5"/>
    <p:sldId id="258" r:id="rId6"/>
    <p:sldId id="259" r:id="rId7"/>
    <p:sldId id="260" r:id="rId8"/>
    <p:sldId id="262" r:id="rId9"/>
    <p:sldId id="264" r:id="rId10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72" d="100"/>
          <a:sy n="72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71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85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1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92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38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9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09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99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955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6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1174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5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dJk8ROpuEo&amp;ab_channel=DavidOReilly" TargetMode="External"/><Relationship Id="rId2" Type="http://schemas.openxmlformats.org/officeDocument/2006/relationships/hyperlink" Target="https://youtu.be/F_nF9vFh4MY?si=ur_SvPLFIYtcAs5f&amp;t=9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ITNPHSoHJ_w&amp;ab_channel=CheweysGameRoo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HGE4L8G7aw&amp;ab_channel=AppUnwrapper" TargetMode="External"/><Relationship Id="rId2" Type="http://schemas.openxmlformats.org/officeDocument/2006/relationships/hyperlink" Target="http://game.notch.net/drownin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gaHw97l7-Lc&amp;ab_channel=HerStoryVideoGam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4FE898-788C-1D83-C00C-0EFD7E1C51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5247" r="-1" b="13504"/>
          <a:stretch/>
        </p:blipFill>
        <p:spPr>
          <a:xfrm>
            <a:off x="20" y="10"/>
            <a:ext cx="1218892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BB405D-90A8-F6DD-B5E1-FDED593EA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4583" y="686020"/>
            <a:ext cx="5859787" cy="2742980"/>
          </a:xfrm>
        </p:spPr>
        <p:txBody>
          <a:bodyPr>
            <a:normAutofit/>
          </a:bodyPr>
          <a:lstStyle/>
          <a:p>
            <a:pPr algn="ctr"/>
            <a:r>
              <a:rPr lang="en-NO" dirty="0">
                <a:solidFill>
                  <a:srgbClr val="FFFFFF"/>
                </a:solidFill>
              </a:rPr>
              <a:t>Spillutvikling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83F21-70CB-F151-F512-F32B70532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4583" y="3602038"/>
            <a:ext cx="5859787" cy="2569942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Intro</a:t>
            </a:r>
            <a:endParaRPr lang="en-NO" dirty="0">
              <a:solidFill>
                <a:srgbClr val="FFFFFF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87D413-7BAA-462C-B2E4-D3E7F1B84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C2E2750-B9DE-455A-B750-2FAFF87D8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A77A1618-AFD3-49E5-A4AC-89FA51FA9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A76DC57-ED9C-40FB-A897-CDD7D62229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BB714E6-B071-4696-ACD5-A9A96F929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A303CB3D-0086-4A58-BDAE-F18B143EE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8AB02D57-74BD-4B38-94E0-EF2F291E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44013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29142-CBFD-4C80-425B-D6F4516A0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0057"/>
            <a:ext cx="7685037" cy="1325563"/>
          </a:xfrm>
        </p:spPr>
        <p:txBody>
          <a:bodyPr/>
          <a:lstStyle/>
          <a:p>
            <a:r>
              <a:rPr lang="en-NO" dirty="0"/>
              <a:t>Vurdering (Medieproduksjon)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EE97B-A5AC-463E-E390-8FE2547C4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Som vurdering av spillutviklingsukene skal hver elev </a:t>
            </a:r>
            <a:r>
              <a:rPr lang="nb-NO" dirty="0">
                <a:solidFill>
                  <a:srgbClr val="00B0F0"/>
                </a:solidFill>
              </a:rPr>
              <a:t>lage sin egen oppgave/medieinnhold</a:t>
            </a:r>
            <a:r>
              <a:rPr lang="nb-NO" dirty="0"/>
              <a:t> dere ønsker å bli vurdert i. </a:t>
            </a:r>
          </a:p>
          <a:p>
            <a:endParaRPr lang="nb-NO" dirty="0"/>
          </a:p>
          <a:p>
            <a:pPr marL="0" indent="0">
              <a:buNone/>
            </a:pPr>
            <a:r>
              <a:rPr lang="nb-NO" dirty="0"/>
              <a:t>Dere skal nå finne ut av hva dere kunne tenkt dette å være. Tenk da på deres </a:t>
            </a:r>
            <a:r>
              <a:rPr lang="nb-NO" dirty="0">
                <a:solidFill>
                  <a:srgbClr val="00B0F0"/>
                </a:solidFill>
              </a:rPr>
              <a:t>egne styrker</a:t>
            </a:r>
            <a:r>
              <a:rPr lang="nb-NO" dirty="0"/>
              <a:t> og </a:t>
            </a:r>
            <a:r>
              <a:rPr lang="nb-NO" dirty="0">
                <a:solidFill>
                  <a:srgbClr val="00B0F0"/>
                </a:solidFill>
              </a:rPr>
              <a:t>interesser. </a:t>
            </a:r>
            <a:r>
              <a:rPr lang="nb-NO" dirty="0"/>
              <a:t>Vi vurderer ikke resultatet av spillet, men </a:t>
            </a:r>
            <a:r>
              <a:rPr lang="nb-NO" dirty="0">
                <a:solidFill>
                  <a:srgbClr val="00B0F0"/>
                </a:solidFill>
              </a:rPr>
              <a:t>progresjonen på det dere bidro med</a:t>
            </a:r>
            <a:r>
              <a:rPr lang="nb-NO" dirty="0"/>
              <a:t>. 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Eksempler: </a:t>
            </a:r>
          </a:p>
          <a:p>
            <a:pPr marL="0" indent="0">
              <a:buNone/>
            </a:pPr>
            <a:r>
              <a:rPr lang="nb-NO" dirty="0"/>
              <a:t>«Jeg vil lage design og animasjon for alt av UI (knapper, menyer, fonter)»</a:t>
            </a:r>
          </a:p>
          <a:p>
            <a:pPr marL="0" indent="0">
              <a:buNone/>
            </a:pPr>
            <a:r>
              <a:rPr lang="nb-NO" dirty="0"/>
              <a:t>«Jeg vil spille inn alle lydeffektene i spillet selv, og jobbe med lyddesign»</a:t>
            </a:r>
          </a:p>
          <a:p>
            <a:pPr marL="0" indent="0">
              <a:buNone/>
            </a:pPr>
            <a:r>
              <a:rPr lang="nb-NO" dirty="0"/>
              <a:t>«Jeg vil designe karakteren i spillet, og animere den». 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endParaRPr lang="nb-NO" dirty="0"/>
          </a:p>
          <a:p>
            <a:endParaRPr lang="en-GB" dirty="0"/>
          </a:p>
          <a:p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250838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5EB43-5FAB-13B3-34C5-6AF61F846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Agenda første timen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1A64F-FA2E-0F72-B855-824231B43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O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Agenda:</a:t>
            </a:r>
          </a:p>
          <a:p>
            <a:pPr marL="457200" indent="-457200">
              <a:buFont typeface="+mj-lt"/>
              <a:buAutoNum type="arabicPeriod"/>
            </a:pPr>
            <a:r>
              <a:rPr lang="en-NO" dirty="0"/>
              <a:t>Eksempler på spill</a:t>
            </a:r>
          </a:p>
          <a:p>
            <a:pPr marL="457200" indent="-457200">
              <a:buFont typeface="+mj-lt"/>
              <a:buAutoNum type="arabicPeriod"/>
            </a:pPr>
            <a:r>
              <a:rPr lang="en-NO" dirty="0"/>
              <a:t>Medieinnhold </a:t>
            </a:r>
            <a:r>
              <a:rPr lang="en-GB" dirty="0"/>
              <a:t>I</a:t>
            </a:r>
            <a:r>
              <a:rPr lang="en-NO" dirty="0"/>
              <a:t> spill</a:t>
            </a:r>
          </a:p>
          <a:p>
            <a:pPr marL="457200" indent="-457200">
              <a:buFont typeface="+mj-lt"/>
              <a:buAutoNum type="arabicPeriod"/>
            </a:pPr>
            <a:endParaRPr lang="en-NO" dirty="0"/>
          </a:p>
          <a:p>
            <a:pPr marL="457200" indent="-457200">
              <a:buFont typeface="+mj-lt"/>
              <a:buAutoNum type="arabicPeriod"/>
            </a:pP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643359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F701-B69F-4374-71BA-76DD4FBCC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28637"/>
            <a:ext cx="7685037" cy="1325563"/>
          </a:xfrm>
        </p:spPr>
        <p:txBody>
          <a:bodyPr/>
          <a:lstStyle/>
          <a:p>
            <a:r>
              <a:rPr lang="en-NO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Hva kan et spill være?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4A7C2-CBC5-F820-B1C7-52A107724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16608"/>
            <a:ext cx="7685037" cy="584546"/>
          </a:xfrm>
        </p:spPr>
        <p:txBody>
          <a:bodyPr/>
          <a:lstStyle/>
          <a:p>
            <a:pPr marL="0" indent="0">
              <a:buNone/>
            </a:pPr>
            <a:r>
              <a:rPr lang="en-NO" dirty="0"/>
              <a:t>Oppgave 1 - </a:t>
            </a:r>
            <a:r>
              <a:rPr lang="en-NO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Gruppeoppgave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4625CB-A038-4147-94C6-35207E015C19}"/>
              </a:ext>
            </a:extLst>
          </p:cNvPr>
          <p:cNvSpPr txBox="1">
            <a:spLocks/>
          </p:cNvSpPr>
          <p:nvPr/>
        </p:nvSpPr>
        <p:spPr>
          <a:xfrm>
            <a:off x="609600" y="22491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NO" dirty="0"/>
              <a:t>De fleste er vant til populære spill som </a:t>
            </a:r>
            <a:r>
              <a:rPr lang="en-GB" dirty="0"/>
              <a:t>i</a:t>
            </a:r>
            <a:r>
              <a:rPr lang="en-NO" dirty="0"/>
              <a:t> større grad følger en forutsigbar formel. Men spill kan være mye mer. Denne oppgaven gir dere en bredere forståelse for hva et spill kan være.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NO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NO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Oppgave: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NO" dirty="0"/>
              <a:t>Følg linkene </a:t>
            </a:r>
            <a:r>
              <a:rPr lang="en-GB" dirty="0"/>
              <a:t>i</a:t>
            </a:r>
            <a:r>
              <a:rPr lang="en-NO" dirty="0"/>
              <a:t> PowerPoint slidene, og diskuter </a:t>
            </a:r>
            <a:r>
              <a:rPr lang="en-GB" dirty="0"/>
              <a:t>i</a:t>
            </a:r>
            <a:r>
              <a:rPr lang="en-NO" dirty="0"/>
              <a:t> gruppen hva som gjør hvert av spillene unike. Videoene er lange, så se kun en kort del til dere skjønner greia.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NO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NO" dirty="0"/>
              <a:t>Diskuter interaksjonen, spillmekanismene, sjanger, innpakning og målgruppe.  </a:t>
            </a:r>
          </a:p>
        </p:txBody>
      </p:sp>
    </p:spTree>
    <p:extLst>
      <p:ext uri="{BB962C8B-B14F-4D97-AF65-F5344CB8AC3E}">
        <p14:creationId xmlns:p14="http://schemas.microsoft.com/office/powerpoint/2010/main" val="667514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F72A0-1032-9975-A675-E7B1C0C0C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0119"/>
            <a:ext cx="7685037" cy="1325563"/>
          </a:xfrm>
        </p:spPr>
        <p:txBody>
          <a:bodyPr/>
          <a:lstStyle/>
          <a:p>
            <a:r>
              <a:rPr lang="en-NO" dirty="0"/>
              <a:t>Spill med en forteller / Narrator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EC4A9-92DF-6DED-B8F5-BB1B8E75C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O" dirty="0"/>
              <a:t>Stanley parable [se fra 1:39 – 2:42]:</a:t>
            </a:r>
            <a:br>
              <a:rPr lang="en-NO" dirty="0"/>
            </a:br>
            <a:r>
              <a:rPr lang="en-GB" dirty="0">
                <a:hlinkClick r:id="rId2"/>
              </a:rPr>
              <a:t>https://youtu.be/F_nF9vFh4MY?si=ur_SvPLFIYtcAs5f&amp;t=99</a:t>
            </a:r>
            <a:endParaRPr lang="en-GB" dirty="0"/>
          </a:p>
          <a:p>
            <a:pPr marL="0" indent="0">
              <a:buNone/>
            </a:pPr>
            <a:endParaRPr lang="en-NO" dirty="0"/>
          </a:p>
          <a:p>
            <a:pPr marL="0" indent="0">
              <a:buNone/>
            </a:pPr>
            <a:r>
              <a:rPr lang="en-NO" dirty="0"/>
              <a:t>Everything:</a:t>
            </a:r>
            <a:br>
              <a:rPr lang="en-NO" dirty="0"/>
            </a:br>
            <a:r>
              <a:rPr lang="en-GB" dirty="0">
                <a:hlinkClick r:id="rId3"/>
              </a:rPr>
              <a:t>https://www.youtube.com/watch?v=HdJk8ROpuEo&amp;ab_channel=DavidOReilly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Thomas was alone:</a:t>
            </a:r>
            <a:br>
              <a:rPr lang="en-GB" dirty="0"/>
            </a:br>
            <a:r>
              <a:rPr lang="en-GB" dirty="0">
                <a:hlinkClick r:id="rId4"/>
              </a:rPr>
              <a:t>https://www.youtube.com/watch?v=ITNPHSoHJ_w&amp;ab_channel=CheweysGameRoom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417947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827BC-FE1F-AB96-2124-EE78E78D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Tekst baserte spill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79E16-D3AA-ED08-9362-70D8BE5B0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O" dirty="0"/>
              <a:t>Drowning </a:t>
            </a:r>
            <a:r>
              <a:rPr lang="en-GB" dirty="0" err="1"/>
              <a:t>i</a:t>
            </a:r>
            <a:r>
              <a:rPr lang="en-NO" dirty="0"/>
              <a:t>n Propblems</a:t>
            </a:r>
            <a:endParaRPr lang="en-GB" dirty="0">
              <a:hlinkClick r:id="rId2"/>
            </a:endParaRPr>
          </a:p>
          <a:p>
            <a:pPr marL="0" indent="0">
              <a:buNone/>
            </a:pPr>
            <a:r>
              <a:rPr lang="en-GB" dirty="0">
                <a:hlinkClick r:id="rId2"/>
              </a:rPr>
              <a:t>http://game.notch.net/drowning/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Speed dating for ghosts (Dating spill)</a:t>
            </a:r>
          </a:p>
          <a:p>
            <a:pPr marL="0" indent="0">
              <a:buNone/>
            </a:pPr>
            <a:r>
              <a:rPr lang="en-GB" dirty="0">
                <a:hlinkClick r:id="rId3"/>
              </a:rPr>
              <a:t>https://www.youtube.com/watch?v=lHGE4L8G7aw&amp;ab_channel=AppUnwrapper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0342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73F96-0CBF-49DE-DB26-98D1E51D6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Elementer av film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112B3-C140-DEE3-206D-5B4E5A5E2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O" dirty="0"/>
              <a:t>Her Story</a:t>
            </a:r>
          </a:p>
          <a:p>
            <a:pPr marL="0" indent="0">
              <a:buNone/>
            </a:pPr>
            <a:r>
              <a:rPr lang="en-GB" dirty="0">
                <a:hlinkClick r:id="rId2"/>
              </a:rPr>
              <a:t>https://www.youtube.com/watch?v=gaHw97l7-Lc&amp;ab_channel=HerStoryVideoGame</a:t>
            </a:r>
            <a:endParaRPr lang="en-NO" dirty="0"/>
          </a:p>
          <a:p>
            <a:pPr marL="0" indent="0">
              <a:buNone/>
            </a:pPr>
            <a:endParaRPr lang="en-NO" dirty="0"/>
          </a:p>
          <a:p>
            <a:pPr marL="0" indent="0">
              <a:buNone/>
            </a:pP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699637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0E4A-2915-04A2-2BDA-374DA5619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72209"/>
            <a:ext cx="7685037" cy="655982"/>
          </a:xfrm>
        </p:spPr>
        <p:txBody>
          <a:bodyPr>
            <a:normAutofit fontScale="90000"/>
          </a:bodyPr>
          <a:lstStyle/>
          <a:p>
            <a:r>
              <a:rPr lang="en-NO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Medieinnhold </a:t>
            </a:r>
            <a:r>
              <a:rPr lang="en-GB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i</a:t>
            </a:r>
            <a:r>
              <a:rPr lang="en-GB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et spill</a:t>
            </a:r>
            <a:endParaRPr lang="en-NO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0150E-E017-5EA1-37F3-3F4B459C0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NO" dirty="0"/>
              <a:t>Et spill innholder flere medie elemeneter. Her er de viktigste som nesten alle spill har:</a:t>
            </a:r>
          </a:p>
          <a:p>
            <a:r>
              <a:rPr lang="en-NO" dirty="0"/>
              <a:t>UI, grafiske elementer og font </a:t>
            </a:r>
          </a:p>
          <a:p>
            <a:r>
              <a:rPr lang="en-NO" dirty="0"/>
              <a:t>Lyd og musikk</a:t>
            </a:r>
          </a:p>
          <a:p>
            <a:r>
              <a:rPr lang="en-NO" dirty="0"/>
              <a:t>Karakterer, animasjon og omgivelser, </a:t>
            </a:r>
          </a:p>
          <a:p>
            <a:r>
              <a:rPr lang="en-NO" dirty="0"/>
              <a:t>Historie/kontekst og tekstinnhold</a:t>
            </a:r>
          </a:p>
          <a:p>
            <a:endParaRPr lang="en-NO" dirty="0"/>
          </a:p>
          <a:p>
            <a:pPr marL="0" indent="0">
              <a:buNone/>
            </a:pPr>
            <a:r>
              <a:rPr lang="en-NO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Oppgave: </a:t>
            </a:r>
          </a:p>
          <a:p>
            <a:pPr marL="457200" indent="-457200">
              <a:buAutoNum type="arabicPeriod"/>
            </a:pPr>
            <a:r>
              <a:rPr lang="en-NO" dirty="0"/>
              <a:t>Diskuter </a:t>
            </a:r>
            <a:r>
              <a:rPr lang="en-GB" dirty="0" err="1"/>
              <a:t>i</a:t>
            </a:r>
            <a:r>
              <a:rPr lang="en-NO" dirty="0"/>
              <a:t> gruppen hva dere ville vært interesert </a:t>
            </a:r>
            <a:r>
              <a:rPr lang="en-GB" dirty="0"/>
              <a:t>i</a:t>
            </a:r>
            <a:r>
              <a:rPr lang="en-NO" dirty="0"/>
              <a:t> å jobbe med </a:t>
            </a:r>
          </a:p>
          <a:p>
            <a:pPr marL="457200" indent="-457200">
              <a:buAutoNum type="arabicPeriod"/>
            </a:pPr>
            <a:r>
              <a:rPr lang="en-NO" dirty="0"/>
              <a:t>Er det noe på listen ingen vil gjøre? Da kan dere finne gratisresurser av dette på nettet. Diskuter hva ingen ønsker å gjøre. </a:t>
            </a:r>
            <a:endParaRPr lang="en-NO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75C4EA-816D-85BD-F15D-02FCC1BFE565}"/>
              </a:ext>
            </a:extLst>
          </p:cNvPr>
          <p:cNvSpPr txBox="1">
            <a:spLocks/>
          </p:cNvSpPr>
          <p:nvPr/>
        </p:nvSpPr>
        <p:spPr>
          <a:xfrm>
            <a:off x="457200" y="877514"/>
            <a:ext cx="7685037" cy="394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O" dirty="0"/>
              <a:t>Oppgave 2 - </a:t>
            </a:r>
            <a:r>
              <a:rPr lang="en-NO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Gruppeoppgave</a:t>
            </a:r>
          </a:p>
        </p:txBody>
      </p:sp>
    </p:spTree>
    <p:extLst>
      <p:ext uri="{BB962C8B-B14F-4D97-AF65-F5344CB8AC3E}">
        <p14:creationId xmlns:p14="http://schemas.microsoft.com/office/powerpoint/2010/main" val="2516272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0E4A-2915-04A2-2BDA-374DA5619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65809"/>
            <a:ext cx="7685037" cy="983530"/>
          </a:xfrm>
        </p:spPr>
        <p:txBody>
          <a:bodyPr>
            <a:normAutofit/>
          </a:bodyPr>
          <a:lstStyle/>
          <a:p>
            <a:r>
              <a:rPr lang="en-NO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Bygg på deres styrker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0150E-E017-5EA1-37F3-3F4B459C0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O" dirty="0"/>
              <a:t>Reflekter på egenhånd hva dine styrker innen medieproduksjon er, eller hva du ønsker å jobbe med. Ideutviklingen dere gjør senere er lurt å basere seg på dette. </a:t>
            </a:r>
          </a:p>
          <a:p>
            <a:pPr marL="0" indent="0">
              <a:buNone/>
            </a:pPr>
            <a:endParaRPr lang="en-NO" dirty="0"/>
          </a:p>
          <a:p>
            <a:pPr marL="0" indent="0">
              <a:buNone/>
            </a:pPr>
            <a:r>
              <a:rPr lang="en-NO" dirty="0"/>
              <a:t>Du kan se på:</a:t>
            </a:r>
          </a:p>
          <a:p>
            <a:r>
              <a:rPr lang="en-NO" dirty="0"/>
              <a:t>Din portfølje </a:t>
            </a:r>
          </a:p>
          <a:p>
            <a:r>
              <a:rPr lang="en-GB" dirty="0"/>
              <a:t>M</a:t>
            </a:r>
            <a:r>
              <a:rPr lang="en-NO" dirty="0"/>
              <a:t>edieprodukter du har laget i fritiden (Karakterer, konsepter, animasjoner, pixelart, plakater, foto, video, lydproduksjoner)</a:t>
            </a:r>
          </a:p>
          <a:p>
            <a:r>
              <a:rPr lang="en-NO" dirty="0"/>
              <a:t>Ting du har hatt lyst til å bli bedre på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75C4EA-816D-85BD-F15D-02FCC1BFE565}"/>
              </a:ext>
            </a:extLst>
          </p:cNvPr>
          <p:cNvSpPr txBox="1">
            <a:spLocks/>
          </p:cNvSpPr>
          <p:nvPr/>
        </p:nvSpPr>
        <p:spPr>
          <a:xfrm>
            <a:off x="457200" y="877514"/>
            <a:ext cx="7685037" cy="444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NO" dirty="0"/>
              <a:t>Oppgave 3 – </a:t>
            </a:r>
            <a:r>
              <a:rPr lang="en-NO" dirty="0">
                <a:solidFill>
                  <a:schemeClr val="accent6"/>
                </a:solidFill>
              </a:rPr>
              <a:t>Individuel oppgave</a:t>
            </a:r>
          </a:p>
        </p:txBody>
      </p:sp>
    </p:spTree>
    <p:extLst>
      <p:ext uri="{BB962C8B-B14F-4D97-AF65-F5344CB8AC3E}">
        <p14:creationId xmlns:p14="http://schemas.microsoft.com/office/powerpoint/2010/main" val="1241470064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AnalogousFromDarkSeedLeftStep">
      <a:dk1>
        <a:srgbClr val="000000"/>
      </a:dk1>
      <a:lt1>
        <a:srgbClr val="FFFFFF"/>
      </a:lt1>
      <a:dk2>
        <a:srgbClr val="1B2B30"/>
      </a:dk2>
      <a:lt2>
        <a:srgbClr val="F3F3F0"/>
      </a:lt2>
      <a:accent1>
        <a:srgbClr val="542FE7"/>
      </a:accent1>
      <a:accent2>
        <a:srgbClr val="1740D5"/>
      </a:accent2>
      <a:accent3>
        <a:srgbClr val="29A1E7"/>
      </a:accent3>
      <a:accent4>
        <a:srgbClr val="15C0B7"/>
      </a:accent4>
      <a:accent5>
        <a:srgbClr val="23C67A"/>
      </a:accent5>
      <a:accent6>
        <a:srgbClr val="16C72A"/>
      </a:accent6>
      <a:hlink>
        <a:srgbClr val="349D7D"/>
      </a:hlink>
      <a:folHlink>
        <a:srgbClr val="7F7F7F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532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Nova</vt:lpstr>
      <vt:lpstr>TropicVTI</vt:lpstr>
      <vt:lpstr>Spillutvikling</vt:lpstr>
      <vt:lpstr>Vurdering (Medieproduksjon)</vt:lpstr>
      <vt:lpstr>Agenda første timen</vt:lpstr>
      <vt:lpstr>Hva kan et spill være?</vt:lpstr>
      <vt:lpstr>Spill med en forteller / Narrator</vt:lpstr>
      <vt:lpstr>Tekst baserte spill</vt:lpstr>
      <vt:lpstr>Elementer av film</vt:lpstr>
      <vt:lpstr>Medieinnhold i et spill</vt:lpstr>
      <vt:lpstr>Bygg på deres styrker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Torsdag</dc:title>
  <dc:creator>Sondre Kile Andersen</dc:creator>
  <cp:lastModifiedBy>Sondre Kile Andersen</cp:lastModifiedBy>
  <cp:revision>4</cp:revision>
  <dcterms:created xsi:type="dcterms:W3CDTF">2023-10-18T08:54:35Z</dcterms:created>
  <dcterms:modified xsi:type="dcterms:W3CDTF">2026-07-31T16:43:07Z</dcterms:modified>
</cp:coreProperties>
</file>